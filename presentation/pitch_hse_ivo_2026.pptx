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4"/>
  </p:sldMasterIdLst>
  <p:notesMasterIdLst>
    <p:notesMasterId r:id="rId15"/>
  </p:notesMasterIdLst>
  <p:sldIdLst>
    <p:sldId id="286" r:id="rId5"/>
    <p:sldId id="305" r:id="rId6"/>
    <p:sldId id="306" r:id="rId7"/>
    <p:sldId id="307" r:id="rId8"/>
    <p:sldId id="308" r:id="rId9"/>
    <p:sldId id="314" r:id="rId10"/>
    <p:sldId id="309" r:id="rId11"/>
    <p:sldId id="310" r:id="rId12"/>
    <p:sldId id="311" r:id="rId13"/>
    <p:sldId id="312" r:id="rId14"/>
  </p:sldIdLst>
  <p:sldSz cx="12192000" cy="6858000"/>
  <p:notesSz cx="6858000" cy="9144000"/>
  <p:embeddedFontLst>
    <p:embeddedFont>
      <p:font typeface="HSE Sans" panose="02000000000000000000" pitchFamily="50" charset="0"/>
      <p:regular r:id="rId16"/>
      <p:bold r:id="rId17"/>
      <p:italic r:id="rId18"/>
    </p:embeddedFont>
  </p:embeddedFontLst>
  <p:defaultTextStyle>
    <a:defPPr>
      <a:defRPr lang="en-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25" userDrawn="1">
          <p15:clr>
            <a:srgbClr val="A4A3A4"/>
          </p15:clr>
        </p15:guide>
        <p15:guide id="4" pos="1209" userDrawn="1">
          <p15:clr>
            <a:srgbClr val="A4A3A4"/>
          </p15:clr>
        </p15:guide>
        <p15:guide id="5" pos="2955" userDrawn="1">
          <p15:clr>
            <a:srgbClr val="A4A3A4"/>
          </p15:clr>
        </p15:guide>
        <p15:guide id="6" pos="2071" userDrawn="1">
          <p15:clr>
            <a:srgbClr val="A4A3A4"/>
          </p15:clr>
        </p15:guide>
        <p15:guide id="9" pos="3840" userDrawn="1">
          <p15:clr>
            <a:srgbClr val="A4A3A4"/>
          </p15:clr>
        </p15:guide>
        <p15:guide id="10" pos="4702" userDrawn="1">
          <p15:clr>
            <a:srgbClr val="A4A3A4"/>
          </p15:clr>
        </p15:guide>
        <p15:guide id="11" pos="5586" userDrawn="1">
          <p15:clr>
            <a:srgbClr val="A4A3A4"/>
          </p15:clr>
        </p15:guide>
        <p15:guide id="12" pos="7333" userDrawn="1">
          <p15:clr>
            <a:srgbClr val="A4A3A4"/>
          </p15:clr>
        </p15:guide>
        <p15:guide id="13" orient="horz" pos="3952" userDrawn="1">
          <p15:clr>
            <a:srgbClr val="A4A3A4"/>
          </p15:clr>
        </p15:guide>
        <p15:guide id="15" pos="6471" userDrawn="1">
          <p15:clr>
            <a:srgbClr val="A4A3A4"/>
          </p15:clr>
        </p15:guide>
        <p15:guide id="16" orient="horz" pos="913" userDrawn="1">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Кутьков Юрий Юрьевич" initials="КЮЮ" lastIdx="4" clrIdx="0">
    <p:extLst>
      <p:ext uri="{19B8F6BF-5375-455C-9EA6-DF929625EA0E}">
        <p15:presenceInfo xmlns:p15="http://schemas.microsoft.com/office/powerpoint/2012/main" userId="S::ykutkov@hse.ru::45dbd1ed-eea1-4925-9fa4-5001421b49da"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E2D69"/>
    <a:srgbClr val="EB681F"/>
    <a:srgbClr val="029C63"/>
    <a:srgbClr val="96628C"/>
    <a:srgbClr val="11A0D7"/>
    <a:srgbClr val="E61F3D"/>
    <a:srgbClr val="CD5A5A"/>
    <a:srgbClr val="FFD746"/>
    <a:srgbClr val="D9D9D9"/>
    <a:srgbClr val="234A9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4C21501-8AC7-D24B-9BD4-4AB280FA19DE}" v="6" dt="2021-11-26T18:08:21.52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330" autoAdjust="0"/>
    <p:restoredTop sz="94713" autoAdjust="0"/>
  </p:normalViewPr>
  <p:slideViewPr>
    <p:cSldViewPr snapToGrid="0" snapToObjects="1">
      <p:cViewPr varScale="1">
        <p:scale>
          <a:sx n="79" d="100"/>
          <a:sy n="79" d="100"/>
        </p:scale>
        <p:origin x="898" y="72"/>
      </p:cViewPr>
      <p:guideLst>
        <p:guide pos="325"/>
        <p:guide pos="1209"/>
        <p:guide pos="2955"/>
        <p:guide pos="2071"/>
        <p:guide pos="3840"/>
        <p:guide pos="4702"/>
        <p:guide pos="5586"/>
        <p:guide pos="7333"/>
        <p:guide orient="horz" pos="3952"/>
        <p:guide pos="6471"/>
        <p:guide orient="horz" pos="913"/>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134" d="100"/>
          <a:sy n="134" d="100"/>
        </p:scale>
        <p:origin x="3648" y="1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font" Target="fonts/font3.fntdata"/><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font" Target="fonts/font2.fntdata"/><Relationship Id="rId2" Type="http://schemas.openxmlformats.org/officeDocument/2006/relationships/customXml" Target="../customXml/item2.xml"/><Relationship Id="rId16" Type="http://schemas.openxmlformats.org/officeDocument/2006/relationships/font" Target="fonts/font1.fntdata"/><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notesMaster" Target="notesMasters/notesMaster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R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3261BF4-8B2C-784B-9959-B59A059012C3}" type="datetimeFigureOut">
              <a:rPr lang="en-RU" smtClean="0"/>
              <a:t>10/27/2026</a:t>
            </a:fld>
            <a:endParaRPr lang="en-R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R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R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R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748903-8EB5-294E-A216-6B54B0368783}" type="slidenum">
              <a:rPr lang="en-RU" smtClean="0"/>
              <a:t>‹#›</a:t>
            </a:fld>
            <a:endParaRPr lang="en-RU"/>
          </a:p>
        </p:txBody>
      </p:sp>
    </p:spTree>
    <p:extLst>
      <p:ext uri="{BB962C8B-B14F-4D97-AF65-F5344CB8AC3E}">
        <p14:creationId xmlns:p14="http://schemas.microsoft.com/office/powerpoint/2010/main" val="17316809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Обложка">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7" name="Picture 28">
            <a:extLst>
              <a:ext uri="{FF2B5EF4-FFF2-40B4-BE49-F238E27FC236}">
                <a16:creationId xmlns:a16="http://schemas.microsoft.com/office/drawing/2014/main" id="{BA292C80-0DA8-194A-9A66-279048FA2A54}"/>
              </a:ext>
            </a:extLst>
          </p:cNvPr>
          <p:cNvPicPr>
            <a:picLocks noChangeAspect="1"/>
          </p:cNvPicPr>
          <p:nvPr userDrawn="1"/>
        </p:nvPicPr>
        <p:blipFill>
          <a:blip r:embed="rId3"/>
          <a:srcRect/>
          <a:stretch/>
        </p:blipFill>
        <p:spPr>
          <a:xfrm>
            <a:off x="1013860" y="962174"/>
            <a:ext cx="500616" cy="500616"/>
          </a:xfrm>
          <a:prstGeom prst="rect">
            <a:avLst/>
          </a:prstGeom>
        </p:spPr>
      </p:pic>
      <p:sp>
        <p:nvSpPr>
          <p:cNvPr id="16" name="Заголовок 15">
            <a:extLst>
              <a:ext uri="{FF2B5EF4-FFF2-40B4-BE49-F238E27FC236}">
                <a16:creationId xmlns:a16="http://schemas.microsoft.com/office/drawing/2014/main" id="{6007C52F-2E27-E24A-B9DC-AAAB052DBD59}"/>
              </a:ext>
            </a:extLst>
          </p:cNvPr>
          <p:cNvSpPr>
            <a:spLocks noGrp="1"/>
          </p:cNvSpPr>
          <p:nvPr>
            <p:ph type="title" hasCustomPrompt="1"/>
          </p:nvPr>
        </p:nvSpPr>
        <p:spPr>
          <a:xfrm>
            <a:off x="1027967" y="2404670"/>
            <a:ext cx="7634059" cy="1978323"/>
          </a:xfrm>
          <a:prstGeom prst="rect">
            <a:avLst/>
          </a:prstGeom>
        </p:spPr>
        <p:txBody>
          <a:bodyPr lIns="0" tIns="0" rIns="0" bIns="0" anchor="t">
            <a:normAutofit/>
          </a:bodyPr>
          <a:lstStyle>
            <a:lvl1pPr>
              <a:lnSpc>
                <a:spcPct val="100000"/>
              </a:lnSpc>
              <a:defRPr sz="4300" b="0" i="0" baseline="0">
                <a:solidFill>
                  <a:srgbClr val="0E2D69"/>
                </a:solidFill>
                <a:latin typeface="HSE Sans" panose="02000000000000000000" pitchFamily="2" charset="0"/>
              </a:defRPr>
            </a:lvl1pPr>
          </a:lstStyle>
          <a:p>
            <a:r>
              <a:rPr lang="en-US" sz="4400" dirty="0">
                <a:solidFill>
                  <a:srgbClr val="102D69"/>
                </a:solidFill>
                <a:latin typeface="HSE Sans" panose="02000000000000000000" pitchFamily="2" charset="0"/>
              </a:rPr>
              <a:t>Name of presentation can be specified in two or three lines </a:t>
            </a:r>
            <a:r>
              <a:rPr lang="ru-RU" sz="4400" dirty="0">
                <a:solidFill>
                  <a:srgbClr val="102D69"/>
                </a:solidFill>
                <a:latin typeface="HSE Sans" panose="02000000000000000000" pitchFamily="2" charset="0"/>
              </a:rPr>
              <a:t> (43 </a:t>
            </a:r>
            <a:r>
              <a:rPr lang="en-GB" sz="4400" dirty="0" err="1">
                <a:solidFill>
                  <a:srgbClr val="102D69"/>
                </a:solidFill>
                <a:latin typeface="HSE Sans" panose="02000000000000000000" pitchFamily="2" charset="0"/>
              </a:rPr>
              <a:t>pt</a:t>
            </a:r>
            <a:r>
              <a:rPr lang="en-GB" sz="4400" dirty="0">
                <a:solidFill>
                  <a:srgbClr val="102D69"/>
                </a:solidFill>
                <a:latin typeface="HSE Sans" panose="02000000000000000000" pitchFamily="2" charset="0"/>
              </a:rPr>
              <a:t>)</a:t>
            </a:r>
            <a:endParaRPr lang="ru-RU" sz="4400" dirty="0">
              <a:solidFill>
                <a:srgbClr val="102D69"/>
              </a:solidFill>
              <a:latin typeface="HSE Sans" panose="02000000000000000000" pitchFamily="2" charset="0"/>
            </a:endParaRPr>
          </a:p>
        </p:txBody>
      </p:sp>
      <p:sp>
        <p:nvSpPr>
          <p:cNvPr id="20" name="Текст 19">
            <a:extLst>
              <a:ext uri="{FF2B5EF4-FFF2-40B4-BE49-F238E27FC236}">
                <a16:creationId xmlns:a16="http://schemas.microsoft.com/office/drawing/2014/main" id="{18109844-C2E7-354F-9C01-8834E4DCE373}"/>
              </a:ext>
            </a:extLst>
          </p:cNvPr>
          <p:cNvSpPr>
            <a:spLocks noGrp="1"/>
          </p:cNvSpPr>
          <p:nvPr>
            <p:ph type="body" sz="quarter" idx="10" hasCustomPrompt="1"/>
          </p:nvPr>
        </p:nvSpPr>
        <p:spPr>
          <a:xfrm>
            <a:off x="1616244" y="1024843"/>
            <a:ext cx="3848717" cy="435163"/>
          </a:xfrm>
          <a:prstGeom prst="rect">
            <a:avLst/>
          </a:prstGeom>
        </p:spPr>
        <p:txBody>
          <a:bodyPr lIns="0" tIns="0" rIns="0" bIns="0" anchor="t">
            <a:noAutofit/>
          </a:bodyPr>
          <a:lstStyle>
            <a:lvl1pPr marL="0" indent="0" algn="l">
              <a:lnSpc>
                <a:spcPct val="100000"/>
              </a:lnSpc>
              <a:spcBef>
                <a:spcPts val="0"/>
              </a:spcBef>
              <a:buNone/>
              <a:defRPr sz="1600" b="0" i="0">
                <a:latin typeface="HSE Sans" panose="02000000000000000000" pitchFamily="2" charset="0"/>
              </a:defRPr>
            </a:lvl1pPr>
            <a:lvl2pPr marL="457200" indent="0" algn="l">
              <a:buNone/>
              <a:defRPr sz="1600" b="0" i="0">
                <a:latin typeface="HSE Sans" panose="02000000000000000000" pitchFamily="2" charset="0"/>
              </a:defRPr>
            </a:lvl2pPr>
            <a:lvl3pPr marL="914400" indent="0" algn="l">
              <a:buNone/>
              <a:defRPr sz="1600" b="0" i="0">
                <a:latin typeface="HSE Sans" panose="02000000000000000000" pitchFamily="2" charset="0"/>
              </a:defRPr>
            </a:lvl3pPr>
            <a:lvl4pPr marL="1371600" indent="0" algn="l">
              <a:buNone/>
              <a:defRPr sz="1600" b="0" i="0">
                <a:latin typeface="HSE Sans" panose="02000000000000000000" pitchFamily="2" charset="0"/>
              </a:defRPr>
            </a:lvl4pPr>
            <a:lvl5pPr marL="1828800" indent="0" algn="l">
              <a:buNone/>
              <a:defRPr sz="1600" b="0" i="0">
                <a:latin typeface="HSE Sans" panose="02000000000000000000" pitchFamily="2" charset="0"/>
              </a:defRPr>
            </a:lvl5pPr>
          </a:lstStyle>
          <a:p>
            <a:r>
              <a:rPr lang="en-GB" sz="1600" dirty="0">
                <a:latin typeface="HSE Sans" panose="02000000000000000000" pitchFamily="2" charset="0"/>
              </a:rPr>
              <a:t>Name of faculty in two lines (16 </a:t>
            </a:r>
            <a:r>
              <a:rPr lang="en-GB" sz="1600" dirty="0" err="1">
                <a:latin typeface="HSE Sans" panose="02000000000000000000" pitchFamily="2" charset="0"/>
              </a:rPr>
              <a:t>pt</a:t>
            </a:r>
            <a:r>
              <a:rPr lang="en-GB" sz="1600" dirty="0">
                <a:latin typeface="HSE Sans" panose="02000000000000000000" pitchFamily="2" charset="0"/>
              </a:rPr>
              <a:t>)</a:t>
            </a:r>
            <a:endParaRPr lang="ru-RU" sz="1600" dirty="0">
              <a:latin typeface="HSE Sans" panose="02000000000000000000" pitchFamily="2" charset="0"/>
            </a:endParaRPr>
          </a:p>
        </p:txBody>
      </p:sp>
      <p:sp>
        <p:nvSpPr>
          <p:cNvPr id="29" name="Текст 28">
            <a:extLst>
              <a:ext uri="{FF2B5EF4-FFF2-40B4-BE49-F238E27FC236}">
                <a16:creationId xmlns:a16="http://schemas.microsoft.com/office/drawing/2014/main" id="{EEA7A79B-D410-B44F-BF32-C3EAEFC20A6E}"/>
              </a:ext>
            </a:extLst>
          </p:cNvPr>
          <p:cNvSpPr>
            <a:spLocks noGrp="1"/>
          </p:cNvSpPr>
          <p:nvPr>
            <p:ph type="body" sz="quarter" idx="13" hasCustomPrompt="1"/>
          </p:nvPr>
        </p:nvSpPr>
        <p:spPr>
          <a:xfrm>
            <a:off x="1027967" y="4824914"/>
            <a:ext cx="7625267" cy="652860"/>
          </a:xfrm>
          <a:prstGeom prst="rect">
            <a:avLst/>
          </a:prstGeom>
        </p:spPr>
        <p:txBody>
          <a:bodyPr lIns="0" tIns="0" rIns="0" bIns="0">
            <a:normAutofit/>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sz="1600" b="0" i="0">
                <a:solidFill>
                  <a:srgbClr val="0E2D69"/>
                </a:solidFill>
                <a:latin typeface="HSE Sans" panose="02000000000000000000" pitchFamily="2" charset="0"/>
              </a:defRPr>
            </a:lvl1pPr>
          </a:lstStyle>
          <a:p>
            <a:r>
              <a:rPr lang="en-US" sz="1600" dirty="0">
                <a:latin typeface="HSE Sans" panose="02000000000000000000" pitchFamily="2" charset="0"/>
              </a:rPr>
              <a:t>If you need more space, please use a subheading (16 </a:t>
            </a:r>
            <a:r>
              <a:rPr lang="en-US" sz="1600" dirty="0" err="1">
                <a:latin typeface="HSE Sans" panose="02000000000000000000" pitchFamily="2" charset="0"/>
              </a:rPr>
              <a:t>pt</a:t>
            </a:r>
            <a:r>
              <a:rPr lang="en-US" sz="1600" dirty="0">
                <a:latin typeface="HSE Sans" panose="02000000000000000000" pitchFamily="2" charset="0"/>
              </a:rPr>
              <a:t>)</a:t>
            </a:r>
            <a:endParaRPr lang="ru-RU" sz="1600" dirty="0">
              <a:latin typeface="HSE Sans" panose="02000000000000000000" pitchFamily="2" charset="0"/>
            </a:endParaRPr>
          </a:p>
        </p:txBody>
      </p:sp>
    </p:spTree>
    <p:extLst>
      <p:ext uri="{BB962C8B-B14F-4D97-AF65-F5344CB8AC3E}">
        <p14:creationId xmlns:p14="http://schemas.microsoft.com/office/powerpoint/2010/main" val="4182895918"/>
      </p:ext>
    </p:extLst>
  </p:cSld>
  <p:clrMapOvr>
    <a:masterClrMapping/>
  </p:clrMapOvr>
  <mc:AlternateContent xmlns:mc="http://schemas.openxmlformats.org/markup-compatibility/2006">
    <mc:Choice xmlns:p14="http://schemas.microsoft.com/office/powerpoint/2010/main" Requires="p14">
      <p:transition p14:dur="10" advClick="0" advTm="30000"/>
    </mc:Choice>
    <mc:Fallback>
      <p:transition advClick="0" advTm="30000"/>
    </mc:Fallback>
  </mc:AlternateContent>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Текст_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Picture 4" descr="Icon&#10;&#10;Description automatically generated">
            <a:extLst>
              <a:ext uri="{FF2B5EF4-FFF2-40B4-BE49-F238E27FC236}">
                <a16:creationId xmlns:a16="http://schemas.microsoft.com/office/drawing/2014/main" id="{4A1436AC-5F96-2A4F-BFC7-B3442083EBE4}"/>
              </a:ext>
            </a:extLst>
          </p:cNvPr>
          <p:cNvPicPr>
            <a:picLocks noChangeAspect="1"/>
          </p:cNvPicPr>
          <p:nvPr userDrawn="1"/>
        </p:nvPicPr>
        <p:blipFill>
          <a:blip r:embed="rId3"/>
          <a:stretch>
            <a:fillRect/>
          </a:stretch>
        </p:blipFill>
        <p:spPr>
          <a:xfrm>
            <a:off x="517199" y="464363"/>
            <a:ext cx="448276" cy="448276"/>
          </a:xfrm>
          <a:prstGeom prst="rect">
            <a:avLst/>
          </a:prstGeom>
        </p:spPr>
      </p:pic>
      <p:cxnSp>
        <p:nvCxnSpPr>
          <p:cNvPr id="11" name="Straight Connector 19">
            <a:extLst>
              <a:ext uri="{FF2B5EF4-FFF2-40B4-BE49-F238E27FC236}">
                <a16:creationId xmlns:a16="http://schemas.microsoft.com/office/drawing/2014/main" id="{067DD2ED-246D-7D41-B51F-FED98BF873FD}"/>
              </a:ext>
            </a:extLst>
          </p:cNvPr>
          <p:cNvCxnSpPr>
            <a:cxnSpLocks/>
          </p:cNvCxnSpPr>
          <p:nvPr userDrawn="1"/>
        </p:nvCxnSpPr>
        <p:spPr>
          <a:xfrm>
            <a:off x="2650986"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sp>
        <p:nvSpPr>
          <p:cNvPr id="24" name="Рисунок 23">
            <a:extLst>
              <a:ext uri="{FF2B5EF4-FFF2-40B4-BE49-F238E27FC236}">
                <a16:creationId xmlns:a16="http://schemas.microsoft.com/office/drawing/2014/main" id="{61115A7A-23E5-E442-9551-F72F1CDA57B9}"/>
              </a:ext>
            </a:extLst>
          </p:cNvPr>
          <p:cNvSpPr>
            <a:spLocks noGrp="1"/>
          </p:cNvSpPr>
          <p:nvPr>
            <p:ph type="pic" sz="quarter" idx="10" hasCustomPrompt="1"/>
          </p:nvPr>
        </p:nvSpPr>
        <p:spPr>
          <a:xfrm>
            <a:off x="6684653" y="1447790"/>
            <a:ext cx="4325167" cy="4325107"/>
          </a:xfrm>
          <a:prstGeom prst="rect">
            <a:avLst/>
          </a:prstGeom>
          <a:solidFill>
            <a:srgbClr val="D9D9D9"/>
          </a:solidFill>
        </p:spPr>
        <p:txBody>
          <a:bodyPr anchor="ctr">
            <a:normAutofit/>
          </a:bodyPr>
          <a:lstStyle>
            <a:lvl1pPr marL="0" marR="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2">
                    <a:lumMod val="10000"/>
                  </a:schemeClr>
                </a:solidFill>
              </a:defRPr>
            </a:lvl1pPr>
          </a:lstStyle>
          <a:p>
            <a:pPr algn="ctr"/>
            <a:r>
              <a:rPr lang="en-US" sz="2800" dirty="0">
                <a:solidFill>
                  <a:schemeClr val="tx1"/>
                </a:solidFill>
                <a:latin typeface="HSE Sans" panose="02000000000000000000" pitchFamily="2" charset="0"/>
              </a:rPr>
              <a:t>You can place an illustration or photograph here so that your slide doesn’t look empty</a:t>
            </a:r>
            <a:endParaRPr lang="en-RU" sz="2800" dirty="0">
              <a:solidFill>
                <a:schemeClr val="tx1"/>
              </a:solidFill>
              <a:latin typeface="HSE Sans" panose="02000000000000000000" pitchFamily="2" charset="0"/>
            </a:endParaRPr>
          </a:p>
        </p:txBody>
      </p:sp>
      <p:sp>
        <p:nvSpPr>
          <p:cNvPr id="32" name="Заголовок 31">
            <a:extLst>
              <a:ext uri="{FF2B5EF4-FFF2-40B4-BE49-F238E27FC236}">
                <a16:creationId xmlns:a16="http://schemas.microsoft.com/office/drawing/2014/main" id="{9ED7AA97-D972-DF4F-B662-A65F2A544CC5}"/>
              </a:ext>
            </a:extLst>
          </p:cNvPr>
          <p:cNvSpPr>
            <a:spLocks noGrp="1"/>
          </p:cNvSpPr>
          <p:nvPr>
            <p:ph type="title" hasCustomPrompt="1"/>
          </p:nvPr>
        </p:nvSpPr>
        <p:spPr>
          <a:xfrm>
            <a:off x="585898" y="1447790"/>
            <a:ext cx="5245560" cy="777025"/>
          </a:xfrm>
          <a:prstGeom prst="rect">
            <a:avLst/>
          </a:prstGeom>
        </p:spPr>
        <p:txBody>
          <a:bodyPr lIns="0" tIns="0" rIns="0" bIns="0" anchor="t">
            <a:normAutofit/>
          </a:bodyPr>
          <a:lstStyle>
            <a:lvl1pPr>
              <a:lnSpc>
                <a:spcPct val="100000"/>
              </a:lnSpc>
              <a:defRPr sz="2400" b="0" i="0">
                <a:latin typeface="HSE Sans" panose="02000000000000000000" pitchFamily="2" charset="0"/>
              </a:defRPr>
            </a:lvl1pPr>
          </a:lstStyle>
          <a:p>
            <a:r>
              <a:rPr lang="en-US" sz="2400" dirty="0">
                <a:solidFill>
                  <a:srgbClr val="102D69"/>
                </a:solidFill>
                <a:latin typeface="HSE Sans" panose="02000000000000000000" pitchFamily="2" charset="0"/>
              </a:rPr>
              <a:t>Headline may have two or three lines (24 </a:t>
            </a:r>
            <a:r>
              <a:rPr lang="en-US" sz="2400" dirty="0" err="1">
                <a:solidFill>
                  <a:srgbClr val="102D69"/>
                </a:solidFill>
                <a:latin typeface="HSE Sans" panose="02000000000000000000" pitchFamily="2" charset="0"/>
              </a:rPr>
              <a:t>pt</a:t>
            </a:r>
            <a:r>
              <a:rPr lang="en-US" sz="2400" dirty="0">
                <a:solidFill>
                  <a:srgbClr val="102D69"/>
                </a:solidFill>
                <a:latin typeface="HSE Sans" panose="02000000000000000000" pitchFamily="2" charset="0"/>
              </a:rPr>
              <a:t>)</a:t>
            </a:r>
            <a:endParaRPr lang="ru-RU" sz="2400" dirty="0">
              <a:solidFill>
                <a:srgbClr val="102D69"/>
              </a:solidFill>
              <a:latin typeface="HSE Sans" panose="02000000000000000000" pitchFamily="2" charset="0"/>
            </a:endParaRPr>
          </a:p>
        </p:txBody>
      </p:sp>
      <p:sp>
        <p:nvSpPr>
          <p:cNvPr id="36" name="Текст 35">
            <a:extLst>
              <a:ext uri="{FF2B5EF4-FFF2-40B4-BE49-F238E27FC236}">
                <a16:creationId xmlns:a16="http://schemas.microsoft.com/office/drawing/2014/main" id="{69E35E54-2B19-7441-876F-1C6A84F4F156}"/>
              </a:ext>
            </a:extLst>
          </p:cNvPr>
          <p:cNvSpPr>
            <a:spLocks noGrp="1"/>
          </p:cNvSpPr>
          <p:nvPr>
            <p:ph type="body" sz="quarter" idx="12" hasCustomPrompt="1"/>
          </p:nvPr>
        </p:nvSpPr>
        <p:spPr>
          <a:xfrm>
            <a:off x="585897" y="2379663"/>
            <a:ext cx="5245561" cy="3393234"/>
          </a:xfrm>
          <a:prstGeom prst="rect">
            <a:avLst/>
          </a:prstGeom>
        </p:spPr>
        <p:txBody>
          <a:bodyPr lIns="0" tIns="0" rIns="0">
            <a:normAutofit/>
          </a:bodyPr>
          <a:lstStyle>
            <a:lvl1pPr marL="0" marR="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sz="1300" b="0" i="0">
                <a:solidFill>
                  <a:srgbClr val="0E2D69"/>
                </a:solidFill>
                <a:latin typeface="HSE Sans" panose="02000000000000000000" pitchFamily="2" charset="0"/>
              </a:defRPr>
            </a:lvl1pPr>
            <a:lvl2pPr marL="4572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2pPr>
            <a:lvl3pPr marL="9144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3pPr>
            <a:lvl4pPr marL="13716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4pPr>
            <a:lvl5pPr marL="18288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5pPr>
          </a:lstStyle>
          <a:p>
            <a:pPr>
              <a:spcBef>
                <a:spcPts val="1200"/>
              </a:spcBef>
            </a:pPr>
            <a:r>
              <a:rPr lang="en-US" sz="1300" dirty="0">
                <a:latin typeface="HSE Sans" panose="02000000000000000000" pitchFamily="2" charset="0"/>
              </a:rPr>
              <a:t>Moderately sized bits of text can be presented in a single column, but they shouldn’t take up the whole screen. A text that is arranged in a long line might be too hard to read; always bear in mind the perspective of those who will be viewing your presentation. Try to limit each line to seven to 10 words. More than that might put your audience to sleep. </a:t>
            </a:r>
            <a:r>
              <a:rPr lang="en-US" sz="1300" i="1" dirty="0">
                <a:latin typeface="HSE Sans" panose="02000000000000000000" pitchFamily="2" charset="0"/>
              </a:rPr>
              <a:t>If you have space left and wish to make your slide more visual, you can include a small image nearby, which should illustrate or supplement your text.</a:t>
            </a:r>
            <a:endParaRPr lang="ru-RU" sz="1300" i="1" dirty="0">
              <a:latin typeface="HSE Sans" panose="02000000000000000000" pitchFamily="2" charset="0"/>
            </a:endParaRPr>
          </a:p>
        </p:txBody>
      </p:sp>
      <p:sp>
        <p:nvSpPr>
          <p:cNvPr id="38" name="Текст 37">
            <a:extLst>
              <a:ext uri="{FF2B5EF4-FFF2-40B4-BE49-F238E27FC236}">
                <a16:creationId xmlns:a16="http://schemas.microsoft.com/office/drawing/2014/main" id="{7FB4A275-856E-364D-8AA4-2071AADC6AAA}"/>
              </a:ext>
            </a:extLst>
          </p:cNvPr>
          <p:cNvSpPr>
            <a:spLocks noGrp="1"/>
          </p:cNvSpPr>
          <p:nvPr>
            <p:ph type="body" sz="quarter" idx="13" hasCustomPrompt="1"/>
          </p:nvPr>
        </p:nvSpPr>
        <p:spPr>
          <a:xfrm>
            <a:off x="1143690" y="540904"/>
            <a:ext cx="1380436" cy="415925"/>
          </a:xfrm>
          <a:prstGeom prst="rect">
            <a:avLst/>
          </a:prstGeom>
        </p:spPr>
        <p:txBody>
          <a:bodyPr lIns="0" tIns="0" rIns="0" bIns="0">
            <a:noAutofit/>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sz="1000" b="0" i="0">
                <a:latin typeface="HSE Sans" panose="02000000000000000000" pitchFamily="2" charset="0"/>
              </a:defRPr>
            </a:lvl1pPr>
            <a:lvl2pPr marL="457200" indent="0">
              <a:lnSpc>
                <a:spcPct val="100000"/>
              </a:lnSpc>
              <a:buNone/>
              <a:defRPr sz="1000" b="0" i="0">
                <a:latin typeface="HSE Sans" panose="02000000000000000000" pitchFamily="2" charset="0"/>
              </a:defRPr>
            </a:lvl2pPr>
            <a:lvl3pPr marL="914400" indent="0">
              <a:lnSpc>
                <a:spcPct val="100000"/>
              </a:lnSpc>
              <a:buNone/>
              <a:defRPr sz="1000" b="0" i="0">
                <a:latin typeface="HSE Sans" panose="02000000000000000000" pitchFamily="2" charset="0"/>
              </a:defRPr>
            </a:lvl3pPr>
            <a:lvl4pPr marL="1371600" indent="0">
              <a:lnSpc>
                <a:spcPct val="100000"/>
              </a:lnSpc>
              <a:buNone/>
              <a:defRPr sz="1000" b="0" i="0">
                <a:latin typeface="HSE Sans" panose="02000000000000000000" pitchFamily="2" charset="0"/>
              </a:defRPr>
            </a:lvl4pPr>
            <a:lvl5pPr marL="1828800" indent="0">
              <a:lnSpc>
                <a:spcPct val="100000"/>
              </a:lnSpc>
              <a:buNone/>
              <a:defRPr sz="1000" b="0" i="0">
                <a:latin typeface="HSE Sans" panose="02000000000000000000" pitchFamily="2" charset="0"/>
              </a:defRPr>
            </a:lvl5pPr>
          </a:lstStyle>
          <a:p>
            <a:r>
              <a:rPr lang="en-US" sz="1000" dirty="0">
                <a:latin typeface="HSE Sans" panose="02000000000000000000" pitchFamily="2" charset="0"/>
              </a:rPr>
              <a:t>Name of subdivisions in two or three lines </a:t>
            </a:r>
            <a:r>
              <a:rPr lang="en-GB" sz="1000" dirty="0">
                <a:latin typeface="HSE Sans" panose="02000000000000000000" pitchFamily="2" charset="0"/>
              </a:rPr>
              <a:t>(10 </a:t>
            </a:r>
            <a:r>
              <a:rPr lang="en-GB" sz="1000" dirty="0" err="1">
                <a:latin typeface="HSE Sans" panose="02000000000000000000" pitchFamily="2" charset="0"/>
              </a:rPr>
              <a:t>pt</a:t>
            </a:r>
            <a:r>
              <a:rPr lang="en-GB" sz="1000" dirty="0">
                <a:latin typeface="HSE Sans" panose="02000000000000000000" pitchFamily="2" charset="0"/>
              </a:rPr>
              <a:t>)</a:t>
            </a:r>
            <a:endParaRPr lang="ru-RU" sz="1000" dirty="0">
              <a:latin typeface="HSE Sans" panose="02000000000000000000" pitchFamily="2" charset="0"/>
            </a:endParaRPr>
          </a:p>
        </p:txBody>
      </p:sp>
      <p:sp>
        <p:nvSpPr>
          <p:cNvPr id="40" name="Текст 39">
            <a:extLst>
              <a:ext uri="{FF2B5EF4-FFF2-40B4-BE49-F238E27FC236}">
                <a16:creationId xmlns:a16="http://schemas.microsoft.com/office/drawing/2014/main" id="{58FBA0EA-8BE0-A643-B258-4E5C34467172}"/>
              </a:ext>
            </a:extLst>
          </p:cNvPr>
          <p:cNvSpPr>
            <a:spLocks noGrp="1"/>
          </p:cNvSpPr>
          <p:nvPr>
            <p:ph type="body" sz="quarter" idx="14" hasCustomPrompt="1"/>
          </p:nvPr>
        </p:nvSpPr>
        <p:spPr>
          <a:xfrm>
            <a:off x="3459163" y="548720"/>
            <a:ext cx="2070100" cy="408109"/>
          </a:xfrm>
          <a:prstGeom prst="rect">
            <a:avLst/>
          </a:prstGeom>
        </p:spPr>
        <p:txBody>
          <a:bodyPr lIns="0" tIns="0" rIns="0" bIns="0">
            <a:noAutofit/>
          </a:bodyPr>
          <a:lstStyle>
            <a:lvl1pPr marL="0" indent="0">
              <a:lnSpc>
                <a:spcPct val="100000"/>
              </a:lnSpc>
              <a:spcBef>
                <a:spcPts val="0"/>
              </a:spcBef>
              <a:buNone/>
              <a:defRPr sz="1000" b="0" i="0">
                <a:solidFill>
                  <a:srgbClr val="0E2D69"/>
                </a:solidFill>
                <a:latin typeface="HSE Sans" panose="02000000000000000000" pitchFamily="2" charset="0"/>
              </a:defRPr>
            </a:lvl1pPr>
            <a:lvl2pPr marL="457200" indent="0">
              <a:buNone/>
              <a:defRPr sz="1000" b="0" i="0">
                <a:solidFill>
                  <a:srgbClr val="0E2D69"/>
                </a:solidFill>
                <a:latin typeface="HSE Sans" panose="02000000000000000000" pitchFamily="2" charset="0"/>
              </a:defRPr>
            </a:lvl2pPr>
            <a:lvl3pPr marL="914400" indent="0">
              <a:buNone/>
              <a:defRPr sz="1000" b="0" i="0">
                <a:solidFill>
                  <a:srgbClr val="0E2D69"/>
                </a:solidFill>
                <a:latin typeface="HSE Sans" panose="02000000000000000000" pitchFamily="2" charset="0"/>
              </a:defRPr>
            </a:lvl3pPr>
            <a:lvl4pPr marL="1371600" indent="0">
              <a:buNone/>
              <a:defRPr sz="1000" b="0" i="0">
                <a:solidFill>
                  <a:srgbClr val="0E2D69"/>
                </a:solidFill>
                <a:latin typeface="HSE Sans" panose="02000000000000000000" pitchFamily="2" charset="0"/>
              </a:defRPr>
            </a:lvl4pPr>
            <a:lvl5pPr marL="1828800" indent="0">
              <a:buNone/>
              <a:defRPr sz="1000" b="0" i="0">
                <a:solidFill>
                  <a:srgbClr val="0E2D69"/>
                </a:solidFill>
                <a:latin typeface="HSE Sans" panose="02000000000000000000" pitchFamily="2" charset="0"/>
              </a:defRPr>
            </a:lvl5pPr>
          </a:lstStyle>
          <a:p>
            <a:r>
              <a:rPr lang="en-GB" sz="1000" dirty="0">
                <a:latin typeface="HSE Sans" panose="02000000000000000000" pitchFamily="2" charset="0"/>
              </a:rPr>
              <a:t>Name of presentation can be provided in two or three lines (10 </a:t>
            </a:r>
            <a:r>
              <a:rPr lang="en-GB" sz="1000" dirty="0" err="1">
                <a:latin typeface="HSE Sans" panose="02000000000000000000" pitchFamily="2" charset="0"/>
              </a:rPr>
              <a:t>pt</a:t>
            </a:r>
            <a:r>
              <a:rPr lang="en-GB" sz="1000" dirty="0">
                <a:latin typeface="HSE Sans" panose="02000000000000000000" pitchFamily="2" charset="0"/>
              </a:rPr>
              <a:t>)</a:t>
            </a:r>
            <a:endParaRPr lang="ru-RU" sz="1000" dirty="0">
              <a:latin typeface="HSE Sans" panose="02000000000000000000" pitchFamily="2" charset="0"/>
            </a:endParaRPr>
          </a:p>
        </p:txBody>
      </p:sp>
    </p:spTree>
    <p:extLst>
      <p:ext uri="{BB962C8B-B14F-4D97-AF65-F5344CB8AC3E}">
        <p14:creationId xmlns:p14="http://schemas.microsoft.com/office/powerpoint/2010/main" val="1341287480"/>
      </p:ext>
    </p:extLst>
  </p:cSld>
  <p:clrMapOvr>
    <a:masterClrMapping/>
  </p:clrMapOvr>
  <mc:AlternateContent xmlns:mc="http://schemas.openxmlformats.org/markup-compatibility/2006">
    <mc:Choice xmlns:p14="http://schemas.microsoft.com/office/powerpoint/2010/main" Requires="p14">
      <p:transition p14:dur="10" advClick="0" advTm="30000"/>
    </mc:Choice>
    <mc:Fallback>
      <p:transition advClick="0" advTm="30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Текст_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7" name="Picture 4" descr="Icon&#10;&#10;Description automatically generated">
            <a:extLst>
              <a:ext uri="{FF2B5EF4-FFF2-40B4-BE49-F238E27FC236}">
                <a16:creationId xmlns:a16="http://schemas.microsoft.com/office/drawing/2014/main" id="{FDC66DB8-29BC-5940-A721-40F10021456A}"/>
              </a:ext>
            </a:extLst>
          </p:cNvPr>
          <p:cNvPicPr>
            <a:picLocks noChangeAspect="1"/>
          </p:cNvPicPr>
          <p:nvPr userDrawn="1"/>
        </p:nvPicPr>
        <p:blipFill>
          <a:blip r:embed="rId3"/>
          <a:stretch>
            <a:fillRect/>
          </a:stretch>
        </p:blipFill>
        <p:spPr>
          <a:xfrm>
            <a:off x="517199" y="464363"/>
            <a:ext cx="448276" cy="448276"/>
          </a:xfrm>
          <a:prstGeom prst="rect">
            <a:avLst/>
          </a:prstGeom>
        </p:spPr>
      </p:pic>
      <p:cxnSp>
        <p:nvCxnSpPr>
          <p:cNvPr id="8" name="Straight Connector 19">
            <a:extLst>
              <a:ext uri="{FF2B5EF4-FFF2-40B4-BE49-F238E27FC236}">
                <a16:creationId xmlns:a16="http://schemas.microsoft.com/office/drawing/2014/main" id="{DE27C859-478F-3648-8A9D-2C85DBDCAC09}"/>
              </a:ext>
            </a:extLst>
          </p:cNvPr>
          <p:cNvCxnSpPr>
            <a:cxnSpLocks/>
          </p:cNvCxnSpPr>
          <p:nvPr userDrawn="1"/>
        </p:nvCxnSpPr>
        <p:spPr>
          <a:xfrm>
            <a:off x="3298686"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cxnSp>
        <p:nvCxnSpPr>
          <p:cNvPr id="9" name="Straight Connector 21">
            <a:extLst>
              <a:ext uri="{FF2B5EF4-FFF2-40B4-BE49-F238E27FC236}">
                <a16:creationId xmlns:a16="http://schemas.microsoft.com/office/drawing/2014/main" id="{58EA1144-CFD8-1D47-B430-7014F576043B}"/>
              </a:ext>
            </a:extLst>
          </p:cNvPr>
          <p:cNvCxnSpPr>
            <a:cxnSpLocks/>
          </p:cNvCxnSpPr>
          <p:nvPr userDrawn="1"/>
        </p:nvCxnSpPr>
        <p:spPr>
          <a:xfrm>
            <a:off x="6099416"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cxnSp>
        <p:nvCxnSpPr>
          <p:cNvPr id="10" name="Straight Connector 25">
            <a:extLst>
              <a:ext uri="{FF2B5EF4-FFF2-40B4-BE49-F238E27FC236}">
                <a16:creationId xmlns:a16="http://schemas.microsoft.com/office/drawing/2014/main" id="{96EDC73C-5A3C-014E-8E52-04CAFCA9B20B}"/>
              </a:ext>
            </a:extLst>
          </p:cNvPr>
          <p:cNvCxnSpPr>
            <a:cxnSpLocks/>
          </p:cNvCxnSpPr>
          <p:nvPr userDrawn="1"/>
        </p:nvCxnSpPr>
        <p:spPr>
          <a:xfrm>
            <a:off x="10277081"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5E88681-53A8-3B45-B80A-372EDFB53883}"/>
              </a:ext>
            </a:extLst>
          </p:cNvPr>
          <p:cNvSpPr txBox="1"/>
          <p:nvPr userDrawn="1"/>
        </p:nvSpPr>
        <p:spPr>
          <a:xfrm>
            <a:off x="10410201" y="532278"/>
            <a:ext cx="671977" cy="307777"/>
          </a:xfrm>
          <a:prstGeom prst="rect">
            <a:avLst/>
          </a:prstGeom>
          <a:noFill/>
        </p:spPr>
        <p:txBody>
          <a:bodyPr wrap="square" lIns="0" tIns="0" rIns="0" bIns="0" rtlCol="0">
            <a:spAutoFit/>
          </a:bodyPr>
          <a:lstStyle/>
          <a:p>
            <a:fld id="{32AF94B5-93D7-5247-B727-C7089232F508}" type="slidenum">
              <a:rPr lang="ru-RU" sz="2000" smtClean="0">
                <a:solidFill>
                  <a:srgbClr val="102D69"/>
                </a:solidFill>
                <a:latin typeface="HSE Sans" panose="02000000000000000000" pitchFamily="2" charset="0"/>
              </a:rPr>
              <a:t>‹#›</a:t>
            </a:fld>
            <a:endParaRPr lang="ru-RU" sz="2000" dirty="0">
              <a:solidFill>
                <a:srgbClr val="102D69"/>
              </a:solidFill>
              <a:latin typeface="HSE Sans" panose="02000000000000000000" pitchFamily="2" charset="0"/>
            </a:endParaRPr>
          </a:p>
        </p:txBody>
      </p:sp>
      <p:cxnSp>
        <p:nvCxnSpPr>
          <p:cNvPr id="12" name="Straight Connector 59">
            <a:extLst>
              <a:ext uri="{FF2B5EF4-FFF2-40B4-BE49-F238E27FC236}">
                <a16:creationId xmlns:a16="http://schemas.microsoft.com/office/drawing/2014/main" id="{EDA7D8BF-DF37-704F-B77F-7E40752ACE25}"/>
              </a:ext>
            </a:extLst>
          </p:cNvPr>
          <p:cNvCxnSpPr>
            <a:cxnSpLocks/>
          </p:cNvCxnSpPr>
          <p:nvPr userDrawn="1"/>
        </p:nvCxnSpPr>
        <p:spPr>
          <a:xfrm>
            <a:off x="11643868"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sp>
        <p:nvSpPr>
          <p:cNvPr id="16" name="Заголовок 31">
            <a:extLst>
              <a:ext uri="{FF2B5EF4-FFF2-40B4-BE49-F238E27FC236}">
                <a16:creationId xmlns:a16="http://schemas.microsoft.com/office/drawing/2014/main" id="{76942483-EB13-0A4B-8060-DB65024C294E}"/>
              </a:ext>
            </a:extLst>
          </p:cNvPr>
          <p:cNvSpPr>
            <a:spLocks noGrp="1"/>
          </p:cNvSpPr>
          <p:nvPr>
            <p:ph type="title" hasCustomPrompt="1"/>
          </p:nvPr>
        </p:nvSpPr>
        <p:spPr>
          <a:xfrm>
            <a:off x="585897" y="1447790"/>
            <a:ext cx="11057955" cy="777025"/>
          </a:xfrm>
          <a:prstGeom prst="rect">
            <a:avLst/>
          </a:prstGeom>
        </p:spPr>
        <p:txBody>
          <a:bodyPr lIns="0" tIns="0" rIns="0" bIns="0" anchor="t">
            <a:normAutofit/>
          </a:bodyPr>
          <a:lstStyle>
            <a:lvl1pPr>
              <a:lnSpc>
                <a:spcPct val="100000"/>
              </a:lnSpc>
              <a:defRPr sz="2400" b="0" i="0">
                <a:latin typeface="HSE Sans" panose="02000000000000000000" pitchFamily="2" charset="0"/>
              </a:defRPr>
            </a:lvl1pPr>
          </a:lstStyle>
          <a:p>
            <a:r>
              <a:rPr lang="en-US" sz="2400" dirty="0">
                <a:solidFill>
                  <a:srgbClr val="102D69"/>
                </a:solidFill>
                <a:latin typeface="HSE Sans" panose="02000000000000000000" pitchFamily="2" charset="0"/>
              </a:rPr>
              <a:t>Headline may have two or three lines (24 </a:t>
            </a:r>
            <a:r>
              <a:rPr lang="en-US" sz="2400" dirty="0" err="1">
                <a:solidFill>
                  <a:srgbClr val="102D69"/>
                </a:solidFill>
                <a:latin typeface="HSE Sans" panose="02000000000000000000" pitchFamily="2" charset="0"/>
              </a:rPr>
              <a:t>pt</a:t>
            </a:r>
            <a:r>
              <a:rPr lang="en-US" sz="2400" dirty="0">
                <a:solidFill>
                  <a:srgbClr val="102D69"/>
                </a:solidFill>
                <a:latin typeface="HSE Sans" panose="02000000000000000000" pitchFamily="2" charset="0"/>
              </a:rPr>
              <a:t>)</a:t>
            </a:r>
            <a:endParaRPr lang="ru-RU" sz="2400" dirty="0">
              <a:solidFill>
                <a:srgbClr val="102D69"/>
              </a:solidFill>
              <a:latin typeface="HSE Sans" panose="02000000000000000000" pitchFamily="2" charset="0"/>
            </a:endParaRPr>
          </a:p>
        </p:txBody>
      </p:sp>
      <p:sp>
        <p:nvSpPr>
          <p:cNvPr id="17" name="Текст 35">
            <a:extLst>
              <a:ext uri="{FF2B5EF4-FFF2-40B4-BE49-F238E27FC236}">
                <a16:creationId xmlns:a16="http://schemas.microsoft.com/office/drawing/2014/main" id="{66FAD63B-F743-0F47-BBE3-D7731766705A}"/>
              </a:ext>
            </a:extLst>
          </p:cNvPr>
          <p:cNvSpPr>
            <a:spLocks noGrp="1"/>
          </p:cNvSpPr>
          <p:nvPr>
            <p:ph type="body" sz="quarter" idx="12" hasCustomPrompt="1"/>
          </p:nvPr>
        </p:nvSpPr>
        <p:spPr>
          <a:xfrm>
            <a:off x="585897" y="2379663"/>
            <a:ext cx="11057971" cy="3745092"/>
          </a:xfrm>
          <a:prstGeom prst="rect">
            <a:avLst/>
          </a:prstGeom>
        </p:spPr>
        <p:txBody>
          <a:bodyPr lIns="0" tIns="0" rIns="0" numCol="3" spcCol="252000">
            <a:noAutofit/>
          </a:bodyPr>
          <a:lstStyle>
            <a:lvl1pPr marL="0" marR="0" indent="0" algn="l" defTabSz="914400" rtl="0" eaLnBrk="1" fontAlgn="auto" latinLnBrk="0" hangingPunct="1">
              <a:lnSpc>
                <a:spcPct val="100000"/>
              </a:lnSpc>
              <a:spcBef>
                <a:spcPts val="1200"/>
              </a:spcBef>
              <a:spcAft>
                <a:spcPts val="0"/>
              </a:spcAft>
              <a:buClrTx/>
              <a:buSzTx/>
              <a:buFont typeface="Arial" panose="020B0604020202020204" pitchFamily="34" charset="0"/>
              <a:buNone/>
              <a:tabLst/>
              <a:defRPr sz="1300" b="0" i="0">
                <a:solidFill>
                  <a:srgbClr val="0E2D69"/>
                </a:solidFill>
                <a:latin typeface="HSE Sans" panose="02000000000000000000" pitchFamily="2" charset="0"/>
              </a:defRPr>
            </a:lvl1pPr>
            <a:lvl2pPr marL="4572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2pPr>
            <a:lvl3pPr marL="9144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3pPr>
            <a:lvl4pPr marL="13716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4pPr>
            <a:lvl5pPr marL="18288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5pPr>
          </a:lstStyle>
          <a:p>
            <a:pPr>
              <a:spcBef>
                <a:spcPts val="1200"/>
              </a:spcBef>
            </a:pPr>
            <a:r>
              <a:rPr lang="en-US" sz="1300" dirty="0">
                <a:latin typeface="HSE Sans" panose="02000000000000000000" pitchFamily="2" charset="0"/>
              </a:rPr>
              <a:t>If you have a lot of text, we recommend putting it into two or three columns, Texts placed in long lines are hard to read; always bear in mind the audience, who will be viewing your presentation. Try to limit each line to seven to nine words. More than that might put your audience to sleep. If you have a lot of text, we recommend putting it into two or three columns, Texts placed in long lines are hard to read; always bear in mind the audience, who will be viewing your presentation. Try to limit each line to seven to nine words. More than that might put your audience to sleep. If you have a lot of text, we recommend putting it into two or three columns, Texts placed in long lines are hard to read; always bear in mind the audience, who will be viewing your presentation. Try to limit each line to seven to nine words. More than that might put your audience to sleep. </a:t>
            </a:r>
          </a:p>
          <a:p>
            <a:pPr>
              <a:spcBef>
                <a:spcPts val="1200"/>
              </a:spcBef>
            </a:pPr>
            <a:r>
              <a:rPr lang="en-US" sz="1300" dirty="0">
                <a:latin typeface="HSE Sans" panose="02000000000000000000" pitchFamily="2" charset="0"/>
              </a:rPr>
              <a:t>If you have a lot of text, we recommend putting it into two or three columns, Texts placed in long lines are hard to read; always bear in mind the audience, who will be viewing your presentation. Try to limit each line to seven to nine words. More than that might put your audience to sleep. If you have a lot of text, we recommend putting it into two or three columns, Texts placed in long lines are hard to read; always bear in mind the audience, who will be viewing your presentation. Try to limit each line to seven to nine words. More than that might put your audience to sleep. If you have a lot of text, we recommend putting it into two or three columns, Texts placed in long lines are hard to read; always bear in mind the audience, who will be viewing your presentation. Try to limit each line to seven to nine words. More than that might put your audience to sleep. If you have a lot of text, we recommend putting it into two or three columns, Texts placed in long lines are hard to read; always bear in mind the audience, who will be viewing your presentation. Try to limit each line to seven to nine words. More than that might put your audience to sleep. If you have a lot of text, we recommend putting it into two or three columns, Texts placed in long lines are hard to read; always bear in mind the audience, who will be viewing your presentation. Try to limit each line to seven to nine words. More than that might put your audience to sleep. If you have a lot of text, we recommend putting it into two or three columns, Texts placed in long lines are hard to read; always bear in mind the audience, who will be viewing your presentation. Try to limit each line to seven to nine words. More than that might put your audience to sleep.</a:t>
            </a:r>
            <a:endParaRPr lang="ru-RU" sz="1300" dirty="0">
              <a:latin typeface="HSE Sans" panose="02000000000000000000" pitchFamily="2" charset="0"/>
            </a:endParaRPr>
          </a:p>
        </p:txBody>
      </p:sp>
      <p:sp>
        <p:nvSpPr>
          <p:cNvPr id="21" name="Текст 37">
            <a:extLst>
              <a:ext uri="{FF2B5EF4-FFF2-40B4-BE49-F238E27FC236}">
                <a16:creationId xmlns:a16="http://schemas.microsoft.com/office/drawing/2014/main" id="{45421580-30B9-AE44-9576-3890C98F5E85}"/>
              </a:ext>
            </a:extLst>
          </p:cNvPr>
          <p:cNvSpPr>
            <a:spLocks noGrp="1"/>
          </p:cNvSpPr>
          <p:nvPr>
            <p:ph type="body" sz="quarter" idx="13" hasCustomPrompt="1"/>
          </p:nvPr>
        </p:nvSpPr>
        <p:spPr>
          <a:xfrm>
            <a:off x="1143689" y="540904"/>
            <a:ext cx="1901825" cy="415925"/>
          </a:xfrm>
          <a:prstGeom prst="rect">
            <a:avLst/>
          </a:prstGeom>
        </p:spPr>
        <p:txBody>
          <a:bodyPr lIns="0" tIns="0" rIns="0" bIns="0">
            <a:noAutofit/>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sz="1000" b="0" i="0">
                <a:latin typeface="HSE Sans" panose="02000000000000000000" pitchFamily="2" charset="0"/>
              </a:defRPr>
            </a:lvl1pPr>
            <a:lvl2pPr marL="457200" indent="0">
              <a:lnSpc>
                <a:spcPct val="100000"/>
              </a:lnSpc>
              <a:buNone/>
              <a:defRPr sz="1000" b="0" i="0">
                <a:latin typeface="HSE Sans" panose="02000000000000000000" pitchFamily="2" charset="0"/>
              </a:defRPr>
            </a:lvl2pPr>
            <a:lvl3pPr marL="914400" indent="0">
              <a:lnSpc>
                <a:spcPct val="100000"/>
              </a:lnSpc>
              <a:buNone/>
              <a:defRPr sz="1000" b="0" i="0">
                <a:latin typeface="HSE Sans" panose="02000000000000000000" pitchFamily="2" charset="0"/>
              </a:defRPr>
            </a:lvl3pPr>
            <a:lvl4pPr marL="1371600" indent="0">
              <a:lnSpc>
                <a:spcPct val="100000"/>
              </a:lnSpc>
              <a:buNone/>
              <a:defRPr sz="1000" b="0" i="0">
                <a:latin typeface="HSE Sans" panose="02000000000000000000" pitchFamily="2" charset="0"/>
              </a:defRPr>
            </a:lvl4pPr>
            <a:lvl5pPr marL="1828800" indent="0">
              <a:lnSpc>
                <a:spcPct val="100000"/>
              </a:lnSpc>
              <a:buNone/>
              <a:defRPr sz="1000" b="0" i="0">
                <a:latin typeface="HSE Sans" panose="02000000000000000000" pitchFamily="2" charset="0"/>
              </a:defRPr>
            </a:lvl5pPr>
          </a:lstStyle>
          <a:p>
            <a:r>
              <a:rPr lang="en-US" sz="1000" dirty="0">
                <a:latin typeface="HSE Sans" panose="02000000000000000000" pitchFamily="2" charset="0"/>
              </a:rPr>
              <a:t>Name of subdivisions in two or three lines </a:t>
            </a:r>
            <a:r>
              <a:rPr lang="en-GB" sz="1000" dirty="0">
                <a:latin typeface="HSE Sans" panose="02000000000000000000" pitchFamily="2" charset="0"/>
              </a:rPr>
              <a:t>(10 </a:t>
            </a:r>
            <a:r>
              <a:rPr lang="en-GB" sz="1000" dirty="0" err="1">
                <a:latin typeface="HSE Sans" panose="02000000000000000000" pitchFamily="2" charset="0"/>
              </a:rPr>
              <a:t>pt</a:t>
            </a:r>
            <a:r>
              <a:rPr lang="en-GB" sz="1000" dirty="0">
                <a:latin typeface="HSE Sans" panose="02000000000000000000" pitchFamily="2" charset="0"/>
              </a:rPr>
              <a:t>)</a:t>
            </a:r>
            <a:endParaRPr lang="ru-RU" sz="1000" dirty="0">
              <a:latin typeface="HSE Sans" panose="02000000000000000000" pitchFamily="2" charset="0"/>
            </a:endParaRPr>
          </a:p>
        </p:txBody>
      </p:sp>
      <p:sp>
        <p:nvSpPr>
          <p:cNvPr id="22" name="Текст 39">
            <a:extLst>
              <a:ext uri="{FF2B5EF4-FFF2-40B4-BE49-F238E27FC236}">
                <a16:creationId xmlns:a16="http://schemas.microsoft.com/office/drawing/2014/main" id="{778A6943-08BD-8C4D-A524-728A4340014C}"/>
              </a:ext>
            </a:extLst>
          </p:cNvPr>
          <p:cNvSpPr>
            <a:spLocks noGrp="1"/>
          </p:cNvSpPr>
          <p:nvPr>
            <p:ph type="body" sz="quarter" idx="14" hasCustomPrompt="1"/>
          </p:nvPr>
        </p:nvSpPr>
        <p:spPr>
          <a:xfrm>
            <a:off x="3459163" y="548720"/>
            <a:ext cx="2070100" cy="408109"/>
          </a:xfrm>
          <a:prstGeom prst="rect">
            <a:avLst/>
          </a:prstGeom>
        </p:spPr>
        <p:txBody>
          <a:bodyPr lIns="0" tIns="0" rIns="0" bIns="0">
            <a:noAutofit/>
          </a:bodyPr>
          <a:lstStyle>
            <a:lvl1pPr marL="0" indent="0">
              <a:lnSpc>
                <a:spcPct val="100000"/>
              </a:lnSpc>
              <a:spcBef>
                <a:spcPts val="0"/>
              </a:spcBef>
              <a:buNone/>
              <a:defRPr sz="1000" b="0" i="0">
                <a:solidFill>
                  <a:srgbClr val="0E2D69"/>
                </a:solidFill>
                <a:latin typeface="HSE Sans" panose="02000000000000000000" pitchFamily="2" charset="0"/>
              </a:defRPr>
            </a:lvl1pPr>
            <a:lvl2pPr marL="457200" indent="0">
              <a:buNone/>
              <a:defRPr sz="1000" b="0" i="0">
                <a:solidFill>
                  <a:srgbClr val="0E2D69"/>
                </a:solidFill>
                <a:latin typeface="HSE Sans" panose="02000000000000000000" pitchFamily="2" charset="0"/>
              </a:defRPr>
            </a:lvl2pPr>
            <a:lvl3pPr marL="914400" indent="0">
              <a:buNone/>
              <a:defRPr sz="1000" b="0" i="0">
                <a:solidFill>
                  <a:srgbClr val="0E2D69"/>
                </a:solidFill>
                <a:latin typeface="HSE Sans" panose="02000000000000000000" pitchFamily="2" charset="0"/>
              </a:defRPr>
            </a:lvl3pPr>
            <a:lvl4pPr marL="1371600" indent="0">
              <a:buNone/>
              <a:defRPr sz="1000" b="0" i="0">
                <a:solidFill>
                  <a:srgbClr val="0E2D69"/>
                </a:solidFill>
                <a:latin typeface="HSE Sans" panose="02000000000000000000" pitchFamily="2" charset="0"/>
              </a:defRPr>
            </a:lvl4pPr>
            <a:lvl5pPr marL="1828800" indent="0">
              <a:buNone/>
              <a:defRPr sz="1000" b="0" i="0">
                <a:solidFill>
                  <a:srgbClr val="0E2D69"/>
                </a:solidFill>
                <a:latin typeface="HSE Sans" panose="02000000000000000000" pitchFamily="2" charset="0"/>
              </a:defRPr>
            </a:lvl5pPr>
          </a:lstStyle>
          <a:p>
            <a:r>
              <a:rPr lang="en-GB" sz="1000" dirty="0">
                <a:latin typeface="HSE Sans" panose="02000000000000000000" pitchFamily="2" charset="0"/>
              </a:rPr>
              <a:t>Name of presentation can be provided in two or three lines (10 </a:t>
            </a:r>
            <a:r>
              <a:rPr lang="en-GB" sz="1000" dirty="0" err="1">
                <a:latin typeface="HSE Sans" panose="02000000000000000000" pitchFamily="2" charset="0"/>
              </a:rPr>
              <a:t>pt</a:t>
            </a:r>
            <a:r>
              <a:rPr lang="en-GB" sz="1000" dirty="0">
                <a:latin typeface="HSE Sans" panose="02000000000000000000" pitchFamily="2" charset="0"/>
              </a:rPr>
              <a:t>)</a:t>
            </a:r>
            <a:endParaRPr lang="ru-RU" sz="1000" dirty="0">
              <a:latin typeface="HSE Sans" panose="02000000000000000000" pitchFamily="2" charset="0"/>
            </a:endParaRPr>
          </a:p>
        </p:txBody>
      </p:sp>
      <p:sp>
        <p:nvSpPr>
          <p:cNvPr id="23" name="Текст 39">
            <a:extLst>
              <a:ext uri="{FF2B5EF4-FFF2-40B4-BE49-F238E27FC236}">
                <a16:creationId xmlns:a16="http://schemas.microsoft.com/office/drawing/2014/main" id="{EB90A960-EE54-5742-BBB0-8536917AD4C0}"/>
              </a:ext>
            </a:extLst>
          </p:cNvPr>
          <p:cNvSpPr>
            <a:spLocks noGrp="1"/>
          </p:cNvSpPr>
          <p:nvPr>
            <p:ph type="body" sz="quarter" idx="15" hasCustomPrompt="1"/>
          </p:nvPr>
        </p:nvSpPr>
        <p:spPr>
          <a:xfrm>
            <a:off x="6259892" y="548720"/>
            <a:ext cx="2070100" cy="408109"/>
          </a:xfrm>
          <a:prstGeom prst="rect">
            <a:avLst/>
          </a:prstGeom>
        </p:spPr>
        <p:txBody>
          <a:bodyPr lIns="0" tIns="0" rIns="0" bIns="0">
            <a:noAutofit/>
          </a:bodyPr>
          <a:lstStyle>
            <a:lvl1pPr marL="0" indent="0">
              <a:lnSpc>
                <a:spcPct val="100000"/>
              </a:lnSpc>
              <a:spcBef>
                <a:spcPts val="0"/>
              </a:spcBef>
              <a:buNone/>
              <a:defRPr sz="1000" b="0" i="0">
                <a:solidFill>
                  <a:srgbClr val="0E2D69"/>
                </a:solidFill>
                <a:latin typeface="HSE Sans" panose="02000000000000000000" pitchFamily="2" charset="0"/>
              </a:defRPr>
            </a:lvl1pPr>
            <a:lvl2pPr marL="457200" indent="0">
              <a:buNone/>
              <a:defRPr sz="1000" b="0" i="0">
                <a:solidFill>
                  <a:srgbClr val="0E2D69"/>
                </a:solidFill>
                <a:latin typeface="HSE Sans" panose="02000000000000000000" pitchFamily="2" charset="0"/>
              </a:defRPr>
            </a:lvl2pPr>
            <a:lvl3pPr marL="914400" indent="0">
              <a:buNone/>
              <a:defRPr sz="1000" b="0" i="0">
                <a:solidFill>
                  <a:srgbClr val="0E2D69"/>
                </a:solidFill>
                <a:latin typeface="HSE Sans" panose="02000000000000000000" pitchFamily="2" charset="0"/>
              </a:defRPr>
            </a:lvl3pPr>
            <a:lvl4pPr marL="1371600" indent="0">
              <a:buNone/>
              <a:defRPr sz="1000" b="0" i="0">
                <a:solidFill>
                  <a:srgbClr val="0E2D69"/>
                </a:solidFill>
                <a:latin typeface="HSE Sans" panose="02000000000000000000" pitchFamily="2" charset="0"/>
              </a:defRPr>
            </a:lvl4pPr>
            <a:lvl5pPr marL="1828800" indent="0">
              <a:buNone/>
              <a:defRPr sz="1000" b="0" i="0">
                <a:solidFill>
                  <a:srgbClr val="0E2D69"/>
                </a:solidFill>
                <a:latin typeface="HSE Sans" panose="02000000000000000000" pitchFamily="2" charset="0"/>
              </a:defRPr>
            </a:lvl5pPr>
          </a:lstStyle>
          <a:p>
            <a:r>
              <a:rPr lang="en-GB" sz="1000" dirty="0">
                <a:latin typeface="HSE Sans" panose="02000000000000000000" pitchFamily="2" charset="0"/>
              </a:rPr>
              <a:t>Name of presentation can be provided in two or three lines (10 </a:t>
            </a:r>
            <a:r>
              <a:rPr lang="en-GB" sz="1000" dirty="0" err="1">
                <a:latin typeface="HSE Sans" panose="02000000000000000000" pitchFamily="2" charset="0"/>
              </a:rPr>
              <a:t>pt</a:t>
            </a:r>
            <a:r>
              <a:rPr lang="en-GB" sz="1000" dirty="0">
                <a:latin typeface="HSE Sans" panose="02000000000000000000" pitchFamily="2" charset="0"/>
              </a:rPr>
              <a:t>)</a:t>
            </a:r>
            <a:endParaRPr lang="ru-RU" sz="1000" dirty="0">
              <a:latin typeface="HSE Sans" panose="02000000000000000000" pitchFamily="2" charset="0"/>
            </a:endParaRPr>
          </a:p>
        </p:txBody>
      </p:sp>
    </p:spTree>
    <p:extLst>
      <p:ext uri="{BB962C8B-B14F-4D97-AF65-F5344CB8AC3E}">
        <p14:creationId xmlns:p14="http://schemas.microsoft.com/office/powerpoint/2010/main" val="3527183405"/>
      </p:ext>
    </p:extLst>
  </p:cSld>
  <p:clrMapOvr>
    <a:masterClrMapping/>
  </p:clrMapOvr>
  <mc:AlternateContent xmlns:mc="http://schemas.openxmlformats.org/markup-compatibility/2006">
    <mc:Choice xmlns:p14="http://schemas.microsoft.com/office/powerpoint/2010/main" Requires="p14">
      <p:transition p14:dur="10" advClick="0" advTm="30000"/>
    </mc:Choice>
    <mc:Fallback>
      <p:transition advClick="0" advTm="30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Текст_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7" name="Picture 4" descr="Icon&#10;&#10;Description automatically generated">
            <a:extLst>
              <a:ext uri="{FF2B5EF4-FFF2-40B4-BE49-F238E27FC236}">
                <a16:creationId xmlns:a16="http://schemas.microsoft.com/office/drawing/2014/main" id="{0E78CA68-7A0C-CF41-9AC6-A547FB9EC3B0}"/>
              </a:ext>
            </a:extLst>
          </p:cNvPr>
          <p:cNvPicPr>
            <a:picLocks noChangeAspect="1"/>
          </p:cNvPicPr>
          <p:nvPr userDrawn="1"/>
        </p:nvPicPr>
        <p:blipFill>
          <a:blip r:embed="rId3"/>
          <a:stretch>
            <a:fillRect/>
          </a:stretch>
        </p:blipFill>
        <p:spPr>
          <a:xfrm>
            <a:off x="517199" y="464363"/>
            <a:ext cx="448276" cy="448276"/>
          </a:xfrm>
          <a:prstGeom prst="rect">
            <a:avLst/>
          </a:prstGeom>
        </p:spPr>
      </p:pic>
      <p:cxnSp>
        <p:nvCxnSpPr>
          <p:cNvPr id="8" name="Straight Connector 19">
            <a:extLst>
              <a:ext uri="{FF2B5EF4-FFF2-40B4-BE49-F238E27FC236}">
                <a16:creationId xmlns:a16="http://schemas.microsoft.com/office/drawing/2014/main" id="{45DC512A-A23B-B24D-A1F6-6793976867CF}"/>
              </a:ext>
            </a:extLst>
          </p:cNvPr>
          <p:cNvCxnSpPr>
            <a:cxnSpLocks/>
          </p:cNvCxnSpPr>
          <p:nvPr userDrawn="1"/>
        </p:nvCxnSpPr>
        <p:spPr>
          <a:xfrm>
            <a:off x="3298686"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cxnSp>
        <p:nvCxnSpPr>
          <p:cNvPr id="9" name="Straight Connector 21">
            <a:extLst>
              <a:ext uri="{FF2B5EF4-FFF2-40B4-BE49-F238E27FC236}">
                <a16:creationId xmlns:a16="http://schemas.microsoft.com/office/drawing/2014/main" id="{21F91649-DF0F-5F45-A43B-2CED9ACDD049}"/>
              </a:ext>
            </a:extLst>
          </p:cNvPr>
          <p:cNvCxnSpPr>
            <a:cxnSpLocks/>
          </p:cNvCxnSpPr>
          <p:nvPr userDrawn="1"/>
        </p:nvCxnSpPr>
        <p:spPr>
          <a:xfrm>
            <a:off x="6099416"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cxnSp>
        <p:nvCxnSpPr>
          <p:cNvPr id="10" name="Straight Connector 25">
            <a:extLst>
              <a:ext uri="{FF2B5EF4-FFF2-40B4-BE49-F238E27FC236}">
                <a16:creationId xmlns:a16="http://schemas.microsoft.com/office/drawing/2014/main" id="{3137B760-1A50-1845-B7F2-1EF31C71C72B}"/>
              </a:ext>
            </a:extLst>
          </p:cNvPr>
          <p:cNvCxnSpPr>
            <a:cxnSpLocks/>
          </p:cNvCxnSpPr>
          <p:nvPr userDrawn="1"/>
        </p:nvCxnSpPr>
        <p:spPr>
          <a:xfrm>
            <a:off x="10277081"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5ECCF8F-5855-7943-B503-5573887A534D}"/>
              </a:ext>
            </a:extLst>
          </p:cNvPr>
          <p:cNvSpPr txBox="1"/>
          <p:nvPr userDrawn="1"/>
        </p:nvSpPr>
        <p:spPr>
          <a:xfrm>
            <a:off x="10410201" y="532278"/>
            <a:ext cx="671977" cy="307777"/>
          </a:xfrm>
          <a:prstGeom prst="rect">
            <a:avLst/>
          </a:prstGeom>
          <a:noFill/>
        </p:spPr>
        <p:txBody>
          <a:bodyPr wrap="square" lIns="0" tIns="0" rIns="0" bIns="0" rtlCol="0">
            <a:spAutoFit/>
          </a:bodyPr>
          <a:lstStyle/>
          <a:p>
            <a:fld id="{32AF94B5-93D7-5247-B727-C7089232F508}" type="slidenum">
              <a:rPr lang="ru-RU" sz="2000" smtClean="0">
                <a:solidFill>
                  <a:srgbClr val="102D69"/>
                </a:solidFill>
                <a:latin typeface="HSE Sans" panose="02000000000000000000" pitchFamily="2" charset="0"/>
              </a:rPr>
              <a:t>‹#›</a:t>
            </a:fld>
            <a:endParaRPr lang="ru-RU" sz="2000" dirty="0">
              <a:solidFill>
                <a:srgbClr val="102D69"/>
              </a:solidFill>
              <a:latin typeface="HSE Sans" panose="02000000000000000000" pitchFamily="2" charset="0"/>
            </a:endParaRPr>
          </a:p>
        </p:txBody>
      </p:sp>
      <p:cxnSp>
        <p:nvCxnSpPr>
          <p:cNvPr id="12" name="Straight Connector 59">
            <a:extLst>
              <a:ext uri="{FF2B5EF4-FFF2-40B4-BE49-F238E27FC236}">
                <a16:creationId xmlns:a16="http://schemas.microsoft.com/office/drawing/2014/main" id="{FB81B23D-CDD8-E64C-9887-3540F7EE1C4B}"/>
              </a:ext>
            </a:extLst>
          </p:cNvPr>
          <p:cNvCxnSpPr>
            <a:cxnSpLocks/>
          </p:cNvCxnSpPr>
          <p:nvPr userDrawn="1"/>
        </p:nvCxnSpPr>
        <p:spPr>
          <a:xfrm>
            <a:off x="11643868"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sp>
        <p:nvSpPr>
          <p:cNvPr id="17" name="Текст 35">
            <a:extLst>
              <a:ext uri="{FF2B5EF4-FFF2-40B4-BE49-F238E27FC236}">
                <a16:creationId xmlns:a16="http://schemas.microsoft.com/office/drawing/2014/main" id="{5163BE0A-A745-414A-AF21-D968BD69D2DA}"/>
              </a:ext>
            </a:extLst>
          </p:cNvPr>
          <p:cNvSpPr>
            <a:spLocks noGrp="1"/>
          </p:cNvSpPr>
          <p:nvPr>
            <p:ph type="body" sz="quarter" idx="12" hasCustomPrompt="1"/>
          </p:nvPr>
        </p:nvSpPr>
        <p:spPr>
          <a:xfrm>
            <a:off x="585898" y="2379663"/>
            <a:ext cx="4322531" cy="2399371"/>
          </a:xfrm>
          <a:prstGeom prst="rect">
            <a:avLst/>
          </a:prstGeom>
        </p:spPr>
        <p:txBody>
          <a:bodyPr lIns="0" tIns="0" rIns="0">
            <a:normAutofit/>
          </a:bodyPr>
          <a:lstStyle>
            <a:lvl1pPr marL="0" marR="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sz="1300" b="0" i="0">
                <a:solidFill>
                  <a:srgbClr val="0E2D69"/>
                </a:solidFill>
                <a:latin typeface="HSE Sans" panose="02000000000000000000" pitchFamily="2" charset="0"/>
              </a:defRPr>
            </a:lvl1pPr>
            <a:lvl2pPr marL="4572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2pPr>
            <a:lvl3pPr marL="9144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3pPr>
            <a:lvl4pPr marL="13716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4pPr>
            <a:lvl5pPr marL="18288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5pPr>
          </a:lstStyle>
          <a:p>
            <a:pPr>
              <a:spcBef>
                <a:spcPts val="1300"/>
              </a:spcBef>
            </a:pPr>
            <a:r>
              <a:rPr lang="en-US" sz="1300" dirty="0">
                <a:latin typeface="HSE Sans" panose="02000000000000000000" pitchFamily="2" charset="0"/>
              </a:rPr>
              <a:t>Here I am, a regular text as seen on the right; you can take me anywhere in the same size (13 </a:t>
            </a:r>
            <a:r>
              <a:rPr lang="en-US" sz="1300" dirty="0" err="1">
                <a:latin typeface="HSE Sans" panose="02000000000000000000" pitchFamily="2" charset="0"/>
              </a:rPr>
              <a:t>pt</a:t>
            </a:r>
            <a:r>
              <a:rPr lang="en-US" sz="1300" dirty="0">
                <a:latin typeface="HSE Sans" panose="02000000000000000000" pitchFamily="2" charset="0"/>
              </a:rPr>
              <a:t>), so I am readable on both the screen and in print-outs of slides. Don’t increase my size if you don’t need to, since you have the full screen option at your fingertips. Here I am, a regular text as described on the right; you can take me anywhere in the same size (13 </a:t>
            </a:r>
            <a:r>
              <a:rPr lang="en-US" sz="1300" dirty="0" err="1">
                <a:latin typeface="HSE Sans" panose="02000000000000000000" pitchFamily="2" charset="0"/>
              </a:rPr>
              <a:t>pt</a:t>
            </a:r>
            <a:r>
              <a:rPr lang="en-US" sz="1300" dirty="0">
                <a:latin typeface="HSE Sans" panose="02000000000000000000" pitchFamily="2" charset="0"/>
              </a:rPr>
              <a:t>), so I am readable on both the screen and in print-outs of slides. Don’t increase my size if you don’t need to, since you have the full screen option at your fingertips.</a:t>
            </a:r>
            <a:endParaRPr lang="ru-RU" sz="1300" dirty="0">
              <a:latin typeface="HSE Sans" panose="02000000000000000000" pitchFamily="2" charset="0"/>
            </a:endParaRPr>
          </a:p>
        </p:txBody>
      </p:sp>
      <p:sp>
        <p:nvSpPr>
          <p:cNvPr id="20" name="Текст 35">
            <a:extLst>
              <a:ext uri="{FF2B5EF4-FFF2-40B4-BE49-F238E27FC236}">
                <a16:creationId xmlns:a16="http://schemas.microsoft.com/office/drawing/2014/main" id="{B3D47CF6-5FC1-2346-8894-A7CC39063DE3}"/>
              </a:ext>
            </a:extLst>
          </p:cNvPr>
          <p:cNvSpPr>
            <a:spLocks noGrp="1"/>
          </p:cNvSpPr>
          <p:nvPr>
            <p:ph type="body" sz="quarter" idx="16" hasCustomPrompt="1"/>
          </p:nvPr>
        </p:nvSpPr>
        <p:spPr>
          <a:xfrm>
            <a:off x="585897" y="5183249"/>
            <a:ext cx="3934345" cy="553998"/>
          </a:xfrm>
          <a:prstGeom prst="rect">
            <a:avLst/>
          </a:prstGeom>
        </p:spPr>
        <p:txBody>
          <a:bodyPr lIns="0" tIns="0" rIns="0">
            <a:normAutofit/>
          </a:bodyPr>
          <a:lstStyle>
            <a:lvl1pPr marL="0" marR="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sz="1000" b="0" i="0">
                <a:solidFill>
                  <a:srgbClr val="0E2D69"/>
                </a:solidFill>
                <a:latin typeface="HSE Sans" panose="02000000000000000000" pitchFamily="2" charset="0"/>
              </a:defRPr>
            </a:lvl1pPr>
            <a:lvl2pPr marL="4572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2pPr>
            <a:lvl3pPr marL="9144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3pPr>
            <a:lvl4pPr marL="13716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4pPr>
            <a:lvl5pPr marL="18288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5pPr>
          </a:lstStyle>
          <a:p>
            <a:r>
              <a:rPr lang="en-US" sz="1000" dirty="0">
                <a:latin typeface="HSE Sans" panose="02000000000000000000" pitchFamily="2" charset="0"/>
              </a:rPr>
              <a:t>Notes, other clarifications or additional information should be presented in a smaller size (10 </a:t>
            </a:r>
            <a:r>
              <a:rPr lang="en-US" sz="1000" dirty="0" err="1">
                <a:latin typeface="HSE Sans" panose="02000000000000000000" pitchFamily="2" charset="0"/>
              </a:rPr>
              <a:t>pt</a:t>
            </a:r>
            <a:r>
              <a:rPr lang="en-US" sz="1000" dirty="0">
                <a:latin typeface="HSE Sans" panose="02000000000000000000" pitchFamily="2" charset="0"/>
              </a:rPr>
              <a:t>)</a:t>
            </a:r>
            <a:endParaRPr lang="ru-RU" sz="1000" dirty="0">
              <a:latin typeface="HSE Sans" panose="02000000000000000000" pitchFamily="2" charset="0"/>
            </a:endParaRPr>
          </a:p>
        </p:txBody>
      </p:sp>
      <p:sp>
        <p:nvSpPr>
          <p:cNvPr id="23" name="Текст 22">
            <a:extLst>
              <a:ext uri="{FF2B5EF4-FFF2-40B4-BE49-F238E27FC236}">
                <a16:creationId xmlns:a16="http://schemas.microsoft.com/office/drawing/2014/main" id="{CD14B8F3-89C2-9F45-809E-D1EAF85AC566}"/>
              </a:ext>
            </a:extLst>
          </p:cNvPr>
          <p:cNvSpPr>
            <a:spLocks noGrp="1"/>
          </p:cNvSpPr>
          <p:nvPr>
            <p:ph type="body" sz="quarter" idx="18" hasCustomPrompt="1"/>
          </p:nvPr>
        </p:nvSpPr>
        <p:spPr>
          <a:xfrm>
            <a:off x="6259892" y="2379663"/>
            <a:ext cx="5383968" cy="3451794"/>
          </a:xfrm>
          <a:prstGeom prst="rect">
            <a:avLst/>
          </a:prstGeom>
        </p:spPr>
        <p:txBody>
          <a:bodyPr lIns="0" tIns="0" rIns="0" bIns="0">
            <a:normAutofit/>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sz="3200" b="0" i="0">
                <a:solidFill>
                  <a:srgbClr val="0E2D69"/>
                </a:solidFill>
                <a:latin typeface="HSE Sans" panose="02000000000000000000" pitchFamily="2" charset="0"/>
              </a:defRPr>
            </a:lvl1pPr>
          </a:lstStyle>
          <a:p>
            <a:r>
              <a:rPr lang="en-US" sz="3200" dirty="0">
                <a:solidFill>
                  <a:srgbClr val="102D69"/>
                </a:solidFill>
                <a:latin typeface="HSE Sans" panose="02000000000000000000" pitchFamily="2" charset="0"/>
              </a:rPr>
              <a:t>Short phrase with important information can have a larger font size than normal, but we don’t recommend doing this often.</a:t>
            </a:r>
            <a:endParaRPr lang="ru-RU" sz="3200" dirty="0">
              <a:solidFill>
                <a:srgbClr val="102D69"/>
              </a:solidFill>
              <a:latin typeface="HSE Sans" panose="02000000000000000000" pitchFamily="2" charset="0"/>
            </a:endParaRPr>
          </a:p>
        </p:txBody>
      </p:sp>
      <p:sp>
        <p:nvSpPr>
          <p:cNvPr id="25" name="Заголовок 31">
            <a:extLst>
              <a:ext uri="{FF2B5EF4-FFF2-40B4-BE49-F238E27FC236}">
                <a16:creationId xmlns:a16="http://schemas.microsoft.com/office/drawing/2014/main" id="{B32DC3D4-97A5-3E4F-A29B-422D5E3129B7}"/>
              </a:ext>
            </a:extLst>
          </p:cNvPr>
          <p:cNvSpPr>
            <a:spLocks noGrp="1"/>
          </p:cNvSpPr>
          <p:nvPr>
            <p:ph type="title" hasCustomPrompt="1"/>
          </p:nvPr>
        </p:nvSpPr>
        <p:spPr>
          <a:xfrm>
            <a:off x="585897" y="1447790"/>
            <a:ext cx="11057955" cy="777025"/>
          </a:xfrm>
          <a:prstGeom prst="rect">
            <a:avLst/>
          </a:prstGeom>
        </p:spPr>
        <p:txBody>
          <a:bodyPr lIns="0" tIns="0" rIns="0" bIns="0" anchor="t">
            <a:normAutofit/>
          </a:bodyPr>
          <a:lstStyle>
            <a:lvl1pPr>
              <a:lnSpc>
                <a:spcPct val="100000"/>
              </a:lnSpc>
              <a:defRPr sz="2400" b="0" i="0">
                <a:latin typeface="HSE Sans" panose="02000000000000000000" pitchFamily="2" charset="0"/>
              </a:defRPr>
            </a:lvl1pPr>
          </a:lstStyle>
          <a:p>
            <a:r>
              <a:rPr lang="en-US" sz="2400" dirty="0">
                <a:solidFill>
                  <a:srgbClr val="102D69"/>
                </a:solidFill>
                <a:latin typeface="HSE Sans" panose="02000000000000000000" pitchFamily="2" charset="0"/>
              </a:rPr>
              <a:t>Headline may have two or three lines (24 </a:t>
            </a:r>
            <a:r>
              <a:rPr lang="en-US" sz="2400" dirty="0" err="1">
                <a:solidFill>
                  <a:srgbClr val="102D69"/>
                </a:solidFill>
                <a:latin typeface="HSE Sans" panose="02000000000000000000" pitchFamily="2" charset="0"/>
              </a:rPr>
              <a:t>pt</a:t>
            </a:r>
            <a:r>
              <a:rPr lang="en-US" sz="2400" dirty="0">
                <a:solidFill>
                  <a:srgbClr val="102D69"/>
                </a:solidFill>
                <a:latin typeface="HSE Sans" panose="02000000000000000000" pitchFamily="2" charset="0"/>
              </a:rPr>
              <a:t>)</a:t>
            </a:r>
            <a:endParaRPr lang="ru-RU" sz="2400" dirty="0">
              <a:solidFill>
                <a:srgbClr val="102D69"/>
              </a:solidFill>
              <a:latin typeface="HSE Sans" panose="02000000000000000000" pitchFamily="2" charset="0"/>
            </a:endParaRPr>
          </a:p>
        </p:txBody>
      </p:sp>
      <p:sp>
        <p:nvSpPr>
          <p:cNvPr id="15" name="Текст 37">
            <a:extLst>
              <a:ext uri="{FF2B5EF4-FFF2-40B4-BE49-F238E27FC236}">
                <a16:creationId xmlns:a16="http://schemas.microsoft.com/office/drawing/2014/main" id="{87E14987-3496-B241-A4C9-88FACDD837F5}"/>
              </a:ext>
            </a:extLst>
          </p:cNvPr>
          <p:cNvSpPr>
            <a:spLocks noGrp="1"/>
          </p:cNvSpPr>
          <p:nvPr>
            <p:ph type="body" sz="quarter" idx="13" hasCustomPrompt="1"/>
          </p:nvPr>
        </p:nvSpPr>
        <p:spPr>
          <a:xfrm>
            <a:off x="1143689" y="540904"/>
            <a:ext cx="1901825" cy="415925"/>
          </a:xfrm>
          <a:prstGeom prst="rect">
            <a:avLst/>
          </a:prstGeom>
        </p:spPr>
        <p:txBody>
          <a:bodyPr lIns="0" tIns="0" rIns="0" bIns="0">
            <a:noAutofit/>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sz="1000" b="0" i="0">
                <a:latin typeface="HSE Sans" panose="02000000000000000000" pitchFamily="2" charset="0"/>
              </a:defRPr>
            </a:lvl1pPr>
            <a:lvl2pPr marL="457200" indent="0">
              <a:lnSpc>
                <a:spcPct val="100000"/>
              </a:lnSpc>
              <a:buNone/>
              <a:defRPr sz="1000" b="0" i="0">
                <a:latin typeface="HSE Sans" panose="02000000000000000000" pitchFamily="2" charset="0"/>
              </a:defRPr>
            </a:lvl2pPr>
            <a:lvl3pPr marL="914400" indent="0">
              <a:lnSpc>
                <a:spcPct val="100000"/>
              </a:lnSpc>
              <a:buNone/>
              <a:defRPr sz="1000" b="0" i="0">
                <a:latin typeface="HSE Sans" panose="02000000000000000000" pitchFamily="2" charset="0"/>
              </a:defRPr>
            </a:lvl3pPr>
            <a:lvl4pPr marL="1371600" indent="0">
              <a:lnSpc>
                <a:spcPct val="100000"/>
              </a:lnSpc>
              <a:buNone/>
              <a:defRPr sz="1000" b="0" i="0">
                <a:latin typeface="HSE Sans" panose="02000000000000000000" pitchFamily="2" charset="0"/>
              </a:defRPr>
            </a:lvl4pPr>
            <a:lvl5pPr marL="1828800" indent="0">
              <a:lnSpc>
                <a:spcPct val="100000"/>
              </a:lnSpc>
              <a:buNone/>
              <a:defRPr sz="1000" b="0" i="0">
                <a:latin typeface="HSE Sans" panose="02000000000000000000" pitchFamily="2" charset="0"/>
              </a:defRPr>
            </a:lvl5pPr>
          </a:lstStyle>
          <a:p>
            <a:r>
              <a:rPr lang="en-US" sz="1000" dirty="0">
                <a:latin typeface="HSE Sans" panose="02000000000000000000" pitchFamily="2" charset="0"/>
              </a:rPr>
              <a:t>Name of subdivisions in two or three lines </a:t>
            </a:r>
            <a:r>
              <a:rPr lang="en-GB" sz="1000" dirty="0">
                <a:latin typeface="HSE Sans" panose="02000000000000000000" pitchFamily="2" charset="0"/>
              </a:rPr>
              <a:t>(10 </a:t>
            </a:r>
            <a:r>
              <a:rPr lang="en-GB" sz="1000" dirty="0" err="1">
                <a:latin typeface="HSE Sans" panose="02000000000000000000" pitchFamily="2" charset="0"/>
              </a:rPr>
              <a:t>pt</a:t>
            </a:r>
            <a:r>
              <a:rPr lang="en-GB" sz="1000" dirty="0">
                <a:latin typeface="HSE Sans" panose="02000000000000000000" pitchFamily="2" charset="0"/>
              </a:rPr>
              <a:t>)</a:t>
            </a:r>
            <a:endParaRPr lang="ru-RU" sz="1000" dirty="0">
              <a:latin typeface="HSE Sans" panose="02000000000000000000" pitchFamily="2" charset="0"/>
            </a:endParaRPr>
          </a:p>
        </p:txBody>
      </p:sp>
      <p:sp>
        <p:nvSpPr>
          <p:cNvPr id="16" name="Текст 39">
            <a:extLst>
              <a:ext uri="{FF2B5EF4-FFF2-40B4-BE49-F238E27FC236}">
                <a16:creationId xmlns:a16="http://schemas.microsoft.com/office/drawing/2014/main" id="{3DAEB9AB-245D-774E-9656-B80FCC7A20BB}"/>
              </a:ext>
            </a:extLst>
          </p:cNvPr>
          <p:cNvSpPr>
            <a:spLocks noGrp="1"/>
          </p:cNvSpPr>
          <p:nvPr>
            <p:ph type="body" sz="quarter" idx="14" hasCustomPrompt="1"/>
          </p:nvPr>
        </p:nvSpPr>
        <p:spPr>
          <a:xfrm>
            <a:off x="3459163" y="548720"/>
            <a:ext cx="2070100" cy="408109"/>
          </a:xfrm>
          <a:prstGeom prst="rect">
            <a:avLst/>
          </a:prstGeom>
        </p:spPr>
        <p:txBody>
          <a:bodyPr lIns="0" tIns="0" rIns="0" bIns="0">
            <a:noAutofit/>
          </a:bodyPr>
          <a:lstStyle>
            <a:lvl1pPr marL="0" indent="0">
              <a:lnSpc>
                <a:spcPct val="100000"/>
              </a:lnSpc>
              <a:spcBef>
                <a:spcPts val="0"/>
              </a:spcBef>
              <a:buNone/>
              <a:defRPr sz="1000" b="0" i="0">
                <a:solidFill>
                  <a:srgbClr val="0E2D69"/>
                </a:solidFill>
                <a:latin typeface="HSE Sans" panose="02000000000000000000" pitchFamily="2" charset="0"/>
              </a:defRPr>
            </a:lvl1pPr>
            <a:lvl2pPr marL="457200" indent="0">
              <a:buNone/>
              <a:defRPr sz="1000" b="0" i="0">
                <a:solidFill>
                  <a:srgbClr val="0E2D69"/>
                </a:solidFill>
                <a:latin typeface="HSE Sans" panose="02000000000000000000" pitchFamily="2" charset="0"/>
              </a:defRPr>
            </a:lvl2pPr>
            <a:lvl3pPr marL="914400" indent="0">
              <a:buNone/>
              <a:defRPr sz="1000" b="0" i="0">
                <a:solidFill>
                  <a:srgbClr val="0E2D69"/>
                </a:solidFill>
                <a:latin typeface="HSE Sans" panose="02000000000000000000" pitchFamily="2" charset="0"/>
              </a:defRPr>
            </a:lvl3pPr>
            <a:lvl4pPr marL="1371600" indent="0">
              <a:buNone/>
              <a:defRPr sz="1000" b="0" i="0">
                <a:solidFill>
                  <a:srgbClr val="0E2D69"/>
                </a:solidFill>
                <a:latin typeface="HSE Sans" panose="02000000000000000000" pitchFamily="2" charset="0"/>
              </a:defRPr>
            </a:lvl4pPr>
            <a:lvl5pPr marL="1828800" indent="0">
              <a:buNone/>
              <a:defRPr sz="1000" b="0" i="0">
                <a:solidFill>
                  <a:srgbClr val="0E2D69"/>
                </a:solidFill>
                <a:latin typeface="HSE Sans" panose="02000000000000000000" pitchFamily="2" charset="0"/>
              </a:defRPr>
            </a:lvl5pPr>
          </a:lstStyle>
          <a:p>
            <a:r>
              <a:rPr lang="en-GB" sz="1000" dirty="0">
                <a:latin typeface="HSE Sans" panose="02000000000000000000" pitchFamily="2" charset="0"/>
              </a:rPr>
              <a:t>Name of presentation can be provided in two or three lines (10 </a:t>
            </a:r>
            <a:r>
              <a:rPr lang="en-GB" sz="1000" dirty="0" err="1">
                <a:latin typeface="HSE Sans" panose="02000000000000000000" pitchFamily="2" charset="0"/>
              </a:rPr>
              <a:t>pt</a:t>
            </a:r>
            <a:r>
              <a:rPr lang="en-GB" sz="1000" dirty="0">
                <a:latin typeface="HSE Sans" panose="02000000000000000000" pitchFamily="2" charset="0"/>
              </a:rPr>
              <a:t>)</a:t>
            </a:r>
            <a:endParaRPr lang="ru-RU" sz="1000" dirty="0">
              <a:latin typeface="HSE Sans" panose="02000000000000000000" pitchFamily="2" charset="0"/>
            </a:endParaRPr>
          </a:p>
        </p:txBody>
      </p:sp>
      <p:sp>
        <p:nvSpPr>
          <p:cNvPr id="18" name="Текст 39">
            <a:extLst>
              <a:ext uri="{FF2B5EF4-FFF2-40B4-BE49-F238E27FC236}">
                <a16:creationId xmlns:a16="http://schemas.microsoft.com/office/drawing/2014/main" id="{98145217-7421-9C4F-9483-5AEA3D289575}"/>
              </a:ext>
            </a:extLst>
          </p:cNvPr>
          <p:cNvSpPr>
            <a:spLocks noGrp="1"/>
          </p:cNvSpPr>
          <p:nvPr>
            <p:ph type="body" sz="quarter" idx="15" hasCustomPrompt="1"/>
          </p:nvPr>
        </p:nvSpPr>
        <p:spPr>
          <a:xfrm>
            <a:off x="6259892" y="548720"/>
            <a:ext cx="2070100" cy="408109"/>
          </a:xfrm>
          <a:prstGeom prst="rect">
            <a:avLst/>
          </a:prstGeom>
        </p:spPr>
        <p:txBody>
          <a:bodyPr lIns="0" tIns="0" rIns="0" bIns="0">
            <a:noAutofit/>
          </a:bodyPr>
          <a:lstStyle>
            <a:lvl1pPr marL="0" indent="0">
              <a:lnSpc>
                <a:spcPct val="100000"/>
              </a:lnSpc>
              <a:spcBef>
                <a:spcPts val="0"/>
              </a:spcBef>
              <a:buNone/>
              <a:defRPr sz="1000" b="0" i="0">
                <a:solidFill>
                  <a:srgbClr val="0E2D69"/>
                </a:solidFill>
                <a:latin typeface="HSE Sans" panose="02000000000000000000" pitchFamily="2" charset="0"/>
              </a:defRPr>
            </a:lvl1pPr>
            <a:lvl2pPr marL="457200" indent="0">
              <a:buNone/>
              <a:defRPr sz="1000" b="0" i="0">
                <a:solidFill>
                  <a:srgbClr val="0E2D69"/>
                </a:solidFill>
                <a:latin typeface="HSE Sans" panose="02000000000000000000" pitchFamily="2" charset="0"/>
              </a:defRPr>
            </a:lvl2pPr>
            <a:lvl3pPr marL="914400" indent="0">
              <a:buNone/>
              <a:defRPr sz="1000" b="0" i="0">
                <a:solidFill>
                  <a:srgbClr val="0E2D69"/>
                </a:solidFill>
                <a:latin typeface="HSE Sans" panose="02000000000000000000" pitchFamily="2" charset="0"/>
              </a:defRPr>
            </a:lvl3pPr>
            <a:lvl4pPr marL="1371600" indent="0">
              <a:buNone/>
              <a:defRPr sz="1000" b="0" i="0">
                <a:solidFill>
                  <a:srgbClr val="0E2D69"/>
                </a:solidFill>
                <a:latin typeface="HSE Sans" panose="02000000000000000000" pitchFamily="2" charset="0"/>
              </a:defRPr>
            </a:lvl4pPr>
            <a:lvl5pPr marL="1828800" indent="0">
              <a:buNone/>
              <a:defRPr sz="1000" b="0" i="0">
                <a:solidFill>
                  <a:srgbClr val="0E2D69"/>
                </a:solidFill>
                <a:latin typeface="HSE Sans" panose="02000000000000000000" pitchFamily="2" charset="0"/>
              </a:defRPr>
            </a:lvl5pPr>
          </a:lstStyle>
          <a:p>
            <a:r>
              <a:rPr lang="en-GB" sz="1000" dirty="0">
                <a:latin typeface="HSE Sans" panose="02000000000000000000" pitchFamily="2" charset="0"/>
              </a:rPr>
              <a:t>Name of presentation can be provided in two or three lines (10 </a:t>
            </a:r>
            <a:r>
              <a:rPr lang="en-GB" sz="1000" dirty="0" err="1">
                <a:latin typeface="HSE Sans" panose="02000000000000000000" pitchFamily="2" charset="0"/>
              </a:rPr>
              <a:t>pt</a:t>
            </a:r>
            <a:r>
              <a:rPr lang="en-GB" sz="1000" dirty="0">
                <a:latin typeface="HSE Sans" panose="02000000000000000000" pitchFamily="2" charset="0"/>
              </a:rPr>
              <a:t>)</a:t>
            </a:r>
            <a:endParaRPr lang="ru-RU" sz="1000" dirty="0">
              <a:latin typeface="HSE Sans" panose="02000000000000000000" pitchFamily="2" charset="0"/>
            </a:endParaRPr>
          </a:p>
        </p:txBody>
      </p:sp>
    </p:spTree>
    <p:extLst>
      <p:ext uri="{BB962C8B-B14F-4D97-AF65-F5344CB8AC3E}">
        <p14:creationId xmlns:p14="http://schemas.microsoft.com/office/powerpoint/2010/main" val="663795632"/>
      </p:ext>
    </p:extLst>
  </p:cSld>
  <p:clrMapOvr>
    <a:masterClrMapping/>
  </p:clrMapOvr>
  <mc:AlternateContent xmlns:mc="http://schemas.openxmlformats.org/markup-compatibility/2006">
    <mc:Choice xmlns:p14="http://schemas.microsoft.com/office/powerpoint/2010/main" Requires="p14">
      <p:transition p14:dur="10" advClick="0" advTm="30000"/>
    </mc:Choice>
    <mc:Fallback>
      <p:transition advClick="0" advTm="30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График_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7" name="Picture 4" descr="Icon&#10;&#10;Description automatically generated">
            <a:extLst>
              <a:ext uri="{FF2B5EF4-FFF2-40B4-BE49-F238E27FC236}">
                <a16:creationId xmlns:a16="http://schemas.microsoft.com/office/drawing/2014/main" id="{9E89D752-CAC6-0943-9A3D-4C52DBF50CE2}"/>
              </a:ext>
            </a:extLst>
          </p:cNvPr>
          <p:cNvPicPr>
            <a:picLocks noChangeAspect="1"/>
          </p:cNvPicPr>
          <p:nvPr userDrawn="1"/>
        </p:nvPicPr>
        <p:blipFill>
          <a:blip r:embed="rId3"/>
          <a:stretch>
            <a:fillRect/>
          </a:stretch>
        </p:blipFill>
        <p:spPr>
          <a:xfrm>
            <a:off x="517199" y="464363"/>
            <a:ext cx="448276" cy="448276"/>
          </a:xfrm>
          <a:prstGeom prst="rect">
            <a:avLst/>
          </a:prstGeom>
        </p:spPr>
      </p:pic>
      <p:cxnSp>
        <p:nvCxnSpPr>
          <p:cNvPr id="8" name="Straight Connector 19">
            <a:extLst>
              <a:ext uri="{FF2B5EF4-FFF2-40B4-BE49-F238E27FC236}">
                <a16:creationId xmlns:a16="http://schemas.microsoft.com/office/drawing/2014/main" id="{64D89E64-93BB-044D-B3D4-8F2679C5CA4C}"/>
              </a:ext>
            </a:extLst>
          </p:cNvPr>
          <p:cNvCxnSpPr>
            <a:cxnSpLocks/>
          </p:cNvCxnSpPr>
          <p:nvPr userDrawn="1"/>
        </p:nvCxnSpPr>
        <p:spPr>
          <a:xfrm>
            <a:off x="3298686"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cxnSp>
        <p:nvCxnSpPr>
          <p:cNvPr id="9" name="Straight Connector 21">
            <a:extLst>
              <a:ext uri="{FF2B5EF4-FFF2-40B4-BE49-F238E27FC236}">
                <a16:creationId xmlns:a16="http://schemas.microsoft.com/office/drawing/2014/main" id="{D0C3B169-866D-C645-AF76-00F8C2A97E9B}"/>
              </a:ext>
            </a:extLst>
          </p:cNvPr>
          <p:cNvCxnSpPr>
            <a:cxnSpLocks/>
          </p:cNvCxnSpPr>
          <p:nvPr userDrawn="1"/>
        </p:nvCxnSpPr>
        <p:spPr>
          <a:xfrm>
            <a:off x="6099416"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cxnSp>
        <p:nvCxnSpPr>
          <p:cNvPr id="10" name="Straight Connector 25">
            <a:extLst>
              <a:ext uri="{FF2B5EF4-FFF2-40B4-BE49-F238E27FC236}">
                <a16:creationId xmlns:a16="http://schemas.microsoft.com/office/drawing/2014/main" id="{FDDF48AB-D8AE-0E42-A544-8EA5B8744778}"/>
              </a:ext>
            </a:extLst>
          </p:cNvPr>
          <p:cNvCxnSpPr>
            <a:cxnSpLocks/>
          </p:cNvCxnSpPr>
          <p:nvPr userDrawn="1"/>
        </p:nvCxnSpPr>
        <p:spPr>
          <a:xfrm>
            <a:off x="10277081"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66DF89EC-1E7C-3B40-85F4-6D19A7D29AC7}"/>
              </a:ext>
            </a:extLst>
          </p:cNvPr>
          <p:cNvSpPr txBox="1"/>
          <p:nvPr userDrawn="1"/>
        </p:nvSpPr>
        <p:spPr>
          <a:xfrm>
            <a:off x="10410201" y="532278"/>
            <a:ext cx="671977" cy="307777"/>
          </a:xfrm>
          <a:prstGeom prst="rect">
            <a:avLst/>
          </a:prstGeom>
          <a:noFill/>
        </p:spPr>
        <p:txBody>
          <a:bodyPr wrap="square" lIns="0" tIns="0" rIns="0" bIns="0" rtlCol="0">
            <a:spAutoFit/>
          </a:bodyPr>
          <a:lstStyle/>
          <a:p>
            <a:fld id="{32AF94B5-93D7-5247-B727-C7089232F508}" type="slidenum">
              <a:rPr lang="ru-RU" sz="2000" smtClean="0">
                <a:solidFill>
                  <a:srgbClr val="102D69"/>
                </a:solidFill>
                <a:latin typeface="HSE Sans" panose="02000000000000000000" pitchFamily="2" charset="0"/>
              </a:rPr>
              <a:t>‹#›</a:t>
            </a:fld>
            <a:endParaRPr lang="ru-RU" sz="2000" dirty="0">
              <a:solidFill>
                <a:srgbClr val="102D69"/>
              </a:solidFill>
              <a:latin typeface="HSE Sans" panose="02000000000000000000" pitchFamily="2" charset="0"/>
            </a:endParaRPr>
          </a:p>
        </p:txBody>
      </p:sp>
      <p:cxnSp>
        <p:nvCxnSpPr>
          <p:cNvPr id="12" name="Straight Connector 59">
            <a:extLst>
              <a:ext uri="{FF2B5EF4-FFF2-40B4-BE49-F238E27FC236}">
                <a16:creationId xmlns:a16="http://schemas.microsoft.com/office/drawing/2014/main" id="{019D6862-BD52-734D-9E19-38C147CA2D29}"/>
              </a:ext>
            </a:extLst>
          </p:cNvPr>
          <p:cNvCxnSpPr>
            <a:cxnSpLocks/>
          </p:cNvCxnSpPr>
          <p:nvPr userDrawn="1"/>
        </p:nvCxnSpPr>
        <p:spPr>
          <a:xfrm>
            <a:off x="11643868"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sp>
        <p:nvSpPr>
          <p:cNvPr id="17" name="Заголовок 31">
            <a:extLst>
              <a:ext uri="{FF2B5EF4-FFF2-40B4-BE49-F238E27FC236}">
                <a16:creationId xmlns:a16="http://schemas.microsoft.com/office/drawing/2014/main" id="{B3F16318-C9C3-B948-A508-4BC53D0B7716}"/>
              </a:ext>
            </a:extLst>
          </p:cNvPr>
          <p:cNvSpPr>
            <a:spLocks noGrp="1"/>
          </p:cNvSpPr>
          <p:nvPr>
            <p:ph type="title" hasCustomPrompt="1"/>
          </p:nvPr>
        </p:nvSpPr>
        <p:spPr>
          <a:xfrm>
            <a:off x="585899" y="1447790"/>
            <a:ext cx="4322530" cy="777025"/>
          </a:xfrm>
          <a:prstGeom prst="rect">
            <a:avLst/>
          </a:prstGeom>
        </p:spPr>
        <p:txBody>
          <a:bodyPr lIns="0" tIns="0" rIns="0" bIns="0" anchor="t">
            <a:normAutofit/>
          </a:bodyPr>
          <a:lstStyle>
            <a:lvl1pPr>
              <a:lnSpc>
                <a:spcPct val="100000"/>
              </a:lnSpc>
              <a:defRPr sz="2400" b="0" i="0">
                <a:latin typeface="HSE Sans" panose="02000000000000000000" pitchFamily="2" charset="0"/>
              </a:defRPr>
            </a:lvl1pPr>
          </a:lstStyle>
          <a:p>
            <a:r>
              <a:rPr lang="en-US" sz="2400" dirty="0">
                <a:solidFill>
                  <a:srgbClr val="102D69"/>
                </a:solidFill>
                <a:latin typeface="HSE Sans" panose="02000000000000000000" pitchFamily="2" charset="0"/>
              </a:rPr>
              <a:t>Headline may have two or three lines (24 </a:t>
            </a:r>
            <a:r>
              <a:rPr lang="en-US" sz="2400" dirty="0" err="1">
                <a:solidFill>
                  <a:srgbClr val="102D69"/>
                </a:solidFill>
                <a:latin typeface="HSE Sans" panose="02000000000000000000" pitchFamily="2" charset="0"/>
              </a:rPr>
              <a:t>pt</a:t>
            </a:r>
            <a:r>
              <a:rPr lang="en-US" sz="2400" dirty="0">
                <a:solidFill>
                  <a:srgbClr val="102D69"/>
                </a:solidFill>
                <a:latin typeface="HSE Sans" panose="02000000000000000000" pitchFamily="2" charset="0"/>
              </a:rPr>
              <a:t>)</a:t>
            </a:r>
            <a:endParaRPr lang="ru-RU" sz="2400" dirty="0">
              <a:solidFill>
                <a:srgbClr val="102D69"/>
              </a:solidFill>
              <a:latin typeface="HSE Sans" panose="02000000000000000000" pitchFamily="2" charset="0"/>
            </a:endParaRPr>
          </a:p>
        </p:txBody>
      </p:sp>
      <p:sp>
        <p:nvSpPr>
          <p:cNvPr id="18" name="Текст 35">
            <a:extLst>
              <a:ext uri="{FF2B5EF4-FFF2-40B4-BE49-F238E27FC236}">
                <a16:creationId xmlns:a16="http://schemas.microsoft.com/office/drawing/2014/main" id="{23B3E5FB-BBCE-4149-AD9A-8CAB06CC9FCF}"/>
              </a:ext>
            </a:extLst>
          </p:cNvPr>
          <p:cNvSpPr>
            <a:spLocks noGrp="1"/>
          </p:cNvSpPr>
          <p:nvPr>
            <p:ph type="body" sz="quarter" idx="12" hasCustomPrompt="1"/>
          </p:nvPr>
        </p:nvSpPr>
        <p:spPr>
          <a:xfrm>
            <a:off x="585898" y="2379663"/>
            <a:ext cx="4322531" cy="2399371"/>
          </a:xfrm>
          <a:prstGeom prst="rect">
            <a:avLst/>
          </a:prstGeom>
        </p:spPr>
        <p:txBody>
          <a:bodyPr lIns="0" tIns="0" rIns="0">
            <a:normAutofit/>
          </a:bodyPr>
          <a:lstStyle>
            <a:lvl1pPr marL="0" marR="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sz="1300" b="0" i="0">
                <a:solidFill>
                  <a:srgbClr val="0E2D69"/>
                </a:solidFill>
                <a:latin typeface="HSE Sans" panose="02000000000000000000" pitchFamily="2" charset="0"/>
              </a:defRPr>
            </a:lvl1pPr>
            <a:lvl2pPr marL="4572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2pPr>
            <a:lvl3pPr marL="9144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3pPr>
            <a:lvl4pPr marL="13716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4pPr>
            <a:lvl5pPr marL="18288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5pPr>
          </a:lstStyle>
          <a:p>
            <a:r>
              <a:rPr lang="en-GB" sz="1300" dirty="0">
                <a:latin typeface="HSE Sans" panose="02000000000000000000" pitchFamily="2" charset="0"/>
              </a:rPr>
              <a:t>Lorem ipsum </a:t>
            </a:r>
            <a:r>
              <a:rPr lang="en-GB" sz="1300" dirty="0" err="1">
                <a:latin typeface="HSE Sans" panose="02000000000000000000" pitchFamily="2" charset="0"/>
              </a:rPr>
              <a:t>dolor</a:t>
            </a:r>
            <a:r>
              <a:rPr lang="en-GB" sz="1300" dirty="0">
                <a:latin typeface="HSE Sans" panose="02000000000000000000" pitchFamily="2" charset="0"/>
              </a:rPr>
              <a:t> sit </a:t>
            </a:r>
            <a:r>
              <a:rPr lang="en-GB" sz="1300" dirty="0" err="1">
                <a:latin typeface="HSE Sans" panose="02000000000000000000" pitchFamily="2" charset="0"/>
              </a:rPr>
              <a:t>amet</a:t>
            </a:r>
            <a:r>
              <a:rPr lang="en-GB" sz="1300" dirty="0">
                <a:latin typeface="HSE Sans" panose="02000000000000000000" pitchFamily="2" charset="0"/>
              </a:rPr>
              <a:t>, </a:t>
            </a:r>
            <a:r>
              <a:rPr lang="en-GB" sz="1300" dirty="0" err="1">
                <a:latin typeface="HSE Sans" panose="02000000000000000000" pitchFamily="2" charset="0"/>
              </a:rPr>
              <a:t>consectetur</a:t>
            </a:r>
            <a:r>
              <a:rPr lang="en-GB" sz="1300" dirty="0">
                <a:latin typeface="HSE Sans" panose="02000000000000000000" pitchFamily="2" charset="0"/>
              </a:rPr>
              <a:t> </a:t>
            </a:r>
            <a:r>
              <a:rPr lang="en-GB" sz="1300" dirty="0" err="1">
                <a:latin typeface="HSE Sans" panose="02000000000000000000" pitchFamily="2" charset="0"/>
              </a:rPr>
              <a:t>adipiscing</a:t>
            </a:r>
            <a:r>
              <a:rPr lang="en-GB" sz="1300" dirty="0">
                <a:latin typeface="HSE Sans" panose="02000000000000000000" pitchFamily="2" charset="0"/>
              </a:rPr>
              <a:t> </a:t>
            </a:r>
            <a:r>
              <a:rPr lang="en-GB" sz="1300" dirty="0" err="1">
                <a:latin typeface="HSE Sans" panose="02000000000000000000" pitchFamily="2" charset="0"/>
              </a:rPr>
              <a:t>elit</a:t>
            </a:r>
            <a:r>
              <a:rPr lang="en-GB" sz="1300" dirty="0">
                <a:latin typeface="HSE Sans" panose="02000000000000000000" pitchFamily="2" charset="0"/>
              </a:rPr>
              <a:t>, </a:t>
            </a:r>
            <a:r>
              <a:rPr lang="en-GB" sz="1300" dirty="0" err="1">
                <a:latin typeface="HSE Sans" panose="02000000000000000000" pitchFamily="2" charset="0"/>
              </a:rPr>
              <a:t>sed</a:t>
            </a:r>
            <a:r>
              <a:rPr lang="en-GB" sz="1300" dirty="0">
                <a:latin typeface="HSE Sans" panose="02000000000000000000" pitchFamily="2" charset="0"/>
              </a:rPr>
              <a:t> do </a:t>
            </a:r>
            <a:r>
              <a:rPr lang="en-GB" sz="1300" dirty="0" err="1">
                <a:latin typeface="HSE Sans" panose="02000000000000000000" pitchFamily="2" charset="0"/>
              </a:rPr>
              <a:t>eiusmod</a:t>
            </a:r>
            <a:r>
              <a:rPr lang="en-GB" sz="1300" dirty="0">
                <a:latin typeface="HSE Sans" panose="02000000000000000000" pitchFamily="2" charset="0"/>
              </a:rPr>
              <a:t> </a:t>
            </a:r>
            <a:r>
              <a:rPr lang="en-GB" sz="1300" dirty="0" err="1">
                <a:latin typeface="HSE Sans" panose="02000000000000000000" pitchFamily="2" charset="0"/>
              </a:rPr>
              <a:t>tempor</a:t>
            </a:r>
            <a:r>
              <a:rPr lang="en-GB" sz="1300" dirty="0">
                <a:latin typeface="HSE Sans" panose="02000000000000000000" pitchFamily="2" charset="0"/>
              </a:rPr>
              <a:t> </a:t>
            </a:r>
            <a:r>
              <a:rPr lang="en-GB" sz="1300" dirty="0" err="1">
                <a:latin typeface="HSE Sans" panose="02000000000000000000" pitchFamily="2" charset="0"/>
              </a:rPr>
              <a:t>incididunt</a:t>
            </a:r>
            <a:r>
              <a:rPr lang="en-GB" sz="1300" dirty="0">
                <a:latin typeface="HSE Sans" panose="02000000000000000000" pitchFamily="2" charset="0"/>
              </a:rPr>
              <a:t> </a:t>
            </a:r>
            <a:r>
              <a:rPr lang="en-GB" sz="1300" dirty="0" err="1">
                <a:latin typeface="HSE Sans" panose="02000000000000000000" pitchFamily="2" charset="0"/>
              </a:rPr>
              <a:t>ut</a:t>
            </a:r>
            <a:r>
              <a:rPr lang="en-GB" sz="1300" dirty="0">
                <a:latin typeface="HSE Sans" panose="02000000000000000000" pitchFamily="2" charset="0"/>
              </a:rPr>
              <a:t> </a:t>
            </a:r>
            <a:r>
              <a:rPr lang="en-GB" sz="1300" dirty="0" err="1">
                <a:latin typeface="HSE Sans" panose="02000000000000000000" pitchFamily="2" charset="0"/>
              </a:rPr>
              <a:t>labore</a:t>
            </a:r>
            <a:r>
              <a:rPr lang="en-GB" sz="1300" dirty="0">
                <a:latin typeface="HSE Sans" panose="02000000000000000000" pitchFamily="2" charset="0"/>
              </a:rPr>
              <a:t> et dolore magna </a:t>
            </a:r>
            <a:r>
              <a:rPr lang="en-GB" sz="1300" dirty="0" err="1">
                <a:latin typeface="HSE Sans" panose="02000000000000000000" pitchFamily="2" charset="0"/>
              </a:rPr>
              <a:t>aliqua</a:t>
            </a:r>
            <a:r>
              <a:rPr lang="en-GB" sz="1300" dirty="0">
                <a:latin typeface="HSE Sans" panose="02000000000000000000" pitchFamily="2" charset="0"/>
              </a:rPr>
              <a:t>. Ut </a:t>
            </a:r>
            <a:r>
              <a:rPr lang="en-GB" sz="1300" dirty="0" err="1">
                <a:latin typeface="HSE Sans" panose="02000000000000000000" pitchFamily="2" charset="0"/>
              </a:rPr>
              <a:t>enim</a:t>
            </a:r>
            <a:r>
              <a:rPr lang="en-GB" sz="1300" dirty="0">
                <a:latin typeface="HSE Sans" panose="02000000000000000000" pitchFamily="2" charset="0"/>
              </a:rPr>
              <a:t> ad minim </a:t>
            </a:r>
            <a:r>
              <a:rPr lang="en-GB" sz="1300" dirty="0" err="1">
                <a:latin typeface="HSE Sans" panose="02000000000000000000" pitchFamily="2" charset="0"/>
              </a:rPr>
              <a:t>veniam</a:t>
            </a:r>
            <a:r>
              <a:rPr lang="en-GB" sz="1300" dirty="0">
                <a:latin typeface="HSE Sans" panose="02000000000000000000" pitchFamily="2" charset="0"/>
              </a:rPr>
              <a:t>, </a:t>
            </a:r>
            <a:r>
              <a:rPr lang="en-GB" sz="1300" dirty="0" err="1">
                <a:latin typeface="HSE Sans" panose="02000000000000000000" pitchFamily="2" charset="0"/>
              </a:rPr>
              <a:t>quis</a:t>
            </a:r>
            <a:r>
              <a:rPr lang="en-GB" sz="1300" dirty="0">
                <a:latin typeface="HSE Sans" panose="02000000000000000000" pitchFamily="2" charset="0"/>
              </a:rPr>
              <a:t> </a:t>
            </a:r>
            <a:r>
              <a:rPr lang="en-GB" sz="1300" dirty="0" err="1">
                <a:latin typeface="HSE Sans" panose="02000000000000000000" pitchFamily="2" charset="0"/>
              </a:rPr>
              <a:t>nostrud</a:t>
            </a:r>
            <a:r>
              <a:rPr lang="en-GB" sz="1300" dirty="0">
                <a:latin typeface="HSE Sans" panose="02000000000000000000" pitchFamily="2" charset="0"/>
              </a:rPr>
              <a:t> exercitation </a:t>
            </a:r>
            <a:r>
              <a:rPr lang="en-GB" sz="1300" dirty="0" err="1">
                <a:latin typeface="HSE Sans" panose="02000000000000000000" pitchFamily="2" charset="0"/>
              </a:rPr>
              <a:t>ullamco</a:t>
            </a:r>
            <a:r>
              <a:rPr lang="en-GB" sz="1300" dirty="0">
                <a:latin typeface="HSE Sans" panose="02000000000000000000" pitchFamily="2" charset="0"/>
              </a:rPr>
              <a:t> </a:t>
            </a:r>
            <a:r>
              <a:rPr lang="en-GB" sz="1300" dirty="0" err="1">
                <a:latin typeface="HSE Sans" panose="02000000000000000000" pitchFamily="2" charset="0"/>
              </a:rPr>
              <a:t>laboris</a:t>
            </a:r>
            <a:r>
              <a:rPr lang="en-GB" sz="1300" dirty="0">
                <a:latin typeface="HSE Sans" panose="02000000000000000000" pitchFamily="2" charset="0"/>
              </a:rPr>
              <a:t> nisi </a:t>
            </a:r>
            <a:r>
              <a:rPr lang="en-GB" sz="1300" dirty="0" err="1">
                <a:latin typeface="HSE Sans" panose="02000000000000000000" pitchFamily="2" charset="0"/>
              </a:rPr>
              <a:t>ut</a:t>
            </a:r>
            <a:r>
              <a:rPr lang="en-GB" sz="1300" dirty="0">
                <a:latin typeface="HSE Sans" panose="02000000000000000000" pitchFamily="2" charset="0"/>
              </a:rPr>
              <a:t> </a:t>
            </a:r>
            <a:r>
              <a:rPr lang="en-GB" sz="1300" dirty="0" err="1">
                <a:latin typeface="HSE Sans" panose="02000000000000000000" pitchFamily="2" charset="0"/>
              </a:rPr>
              <a:t>aliquip</a:t>
            </a:r>
            <a:r>
              <a:rPr lang="en-GB" sz="1300" dirty="0">
                <a:latin typeface="HSE Sans" panose="02000000000000000000" pitchFamily="2" charset="0"/>
              </a:rPr>
              <a:t> ex </a:t>
            </a:r>
            <a:r>
              <a:rPr lang="en-GB" sz="1300" dirty="0" err="1">
                <a:latin typeface="HSE Sans" panose="02000000000000000000" pitchFamily="2" charset="0"/>
              </a:rPr>
              <a:t>ea</a:t>
            </a:r>
            <a:r>
              <a:rPr lang="en-GB" sz="1300" dirty="0">
                <a:latin typeface="HSE Sans" panose="02000000000000000000" pitchFamily="2" charset="0"/>
              </a:rPr>
              <a:t> </a:t>
            </a:r>
            <a:r>
              <a:rPr lang="en-GB" sz="1300" dirty="0" err="1">
                <a:latin typeface="HSE Sans" panose="02000000000000000000" pitchFamily="2" charset="0"/>
              </a:rPr>
              <a:t>commodo</a:t>
            </a:r>
            <a:r>
              <a:rPr lang="en-GB" sz="1300" dirty="0">
                <a:latin typeface="HSE Sans" panose="02000000000000000000" pitchFamily="2" charset="0"/>
              </a:rPr>
              <a:t> </a:t>
            </a:r>
            <a:r>
              <a:rPr lang="en-GB" sz="1300" dirty="0" err="1">
                <a:latin typeface="HSE Sans" panose="02000000000000000000" pitchFamily="2" charset="0"/>
              </a:rPr>
              <a:t>consequat</a:t>
            </a:r>
            <a:r>
              <a:rPr lang="en-GB" sz="1300" dirty="0">
                <a:latin typeface="HSE Sans" panose="02000000000000000000" pitchFamily="2" charset="0"/>
              </a:rPr>
              <a:t>. Duis </a:t>
            </a:r>
            <a:r>
              <a:rPr lang="en-GB" sz="1300" dirty="0" err="1">
                <a:latin typeface="HSE Sans" panose="02000000000000000000" pitchFamily="2" charset="0"/>
              </a:rPr>
              <a:t>aute</a:t>
            </a:r>
            <a:r>
              <a:rPr lang="en-GB" sz="1300" dirty="0">
                <a:latin typeface="HSE Sans" panose="02000000000000000000" pitchFamily="2" charset="0"/>
              </a:rPr>
              <a:t> </a:t>
            </a:r>
            <a:r>
              <a:rPr lang="en-GB" sz="1300" dirty="0" err="1">
                <a:latin typeface="HSE Sans" panose="02000000000000000000" pitchFamily="2" charset="0"/>
              </a:rPr>
              <a:t>irure</a:t>
            </a:r>
            <a:r>
              <a:rPr lang="en-GB" sz="1300" dirty="0">
                <a:latin typeface="HSE Sans" panose="02000000000000000000" pitchFamily="2" charset="0"/>
              </a:rPr>
              <a:t> </a:t>
            </a:r>
            <a:r>
              <a:rPr lang="en-GB" sz="1300" dirty="0" err="1">
                <a:latin typeface="HSE Sans" panose="02000000000000000000" pitchFamily="2" charset="0"/>
              </a:rPr>
              <a:t>dolor</a:t>
            </a:r>
            <a:r>
              <a:rPr lang="en-GB" sz="1300" dirty="0">
                <a:latin typeface="HSE Sans" panose="02000000000000000000" pitchFamily="2" charset="0"/>
              </a:rPr>
              <a:t> in </a:t>
            </a:r>
            <a:r>
              <a:rPr lang="en-GB" sz="1300" dirty="0" err="1">
                <a:latin typeface="HSE Sans" panose="02000000000000000000" pitchFamily="2" charset="0"/>
              </a:rPr>
              <a:t>reprehenderit</a:t>
            </a:r>
            <a:r>
              <a:rPr lang="en-GB" sz="1300" dirty="0">
                <a:latin typeface="HSE Sans" panose="02000000000000000000" pitchFamily="2" charset="0"/>
              </a:rPr>
              <a:t> in </a:t>
            </a:r>
            <a:r>
              <a:rPr lang="en-GB" sz="1300" dirty="0" err="1">
                <a:latin typeface="HSE Sans" panose="02000000000000000000" pitchFamily="2" charset="0"/>
              </a:rPr>
              <a:t>voluptate</a:t>
            </a:r>
            <a:r>
              <a:rPr lang="en-GB" sz="1300" dirty="0">
                <a:latin typeface="HSE Sans" panose="02000000000000000000" pitchFamily="2" charset="0"/>
              </a:rPr>
              <a:t> </a:t>
            </a:r>
            <a:r>
              <a:rPr lang="en-GB" sz="1300" dirty="0" err="1">
                <a:latin typeface="HSE Sans" panose="02000000000000000000" pitchFamily="2" charset="0"/>
              </a:rPr>
              <a:t>velit</a:t>
            </a:r>
            <a:r>
              <a:rPr lang="en-GB" sz="1300" dirty="0">
                <a:latin typeface="HSE Sans" panose="02000000000000000000" pitchFamily="2" charset="0"/>
              </a:rPr>
              <a:t> </a:t>
            </a:r>
            <a:r>
              <a:rPr lang="en-GB" sz="1300" dirty="0" err="1">
                <a:latin typeface="HSE Sans" panose="02000000000000000000" pitchFamily="2" charset="0"/>
              </a:rPr>
              <a:t>esse</a:t>
            </a:r>
            <a:r>
              <a:rPr lang="en-GB" sz="1300" dirty="0">
                <a:latin typeface="HSE Sans" panose="02000000000000000000" pitchFamily="2" charset="0"/>
              </a:rPr>
              <a:t> </a:t>
            </a:r>
            <a:r>
              <a:rPr lang="en-GB" sz="1300" dirty="0" err="1">
                <a:latin typeface="HSE Sans" panose="02000000000000000000" pitchFamily="2" charset="0"/>
              </a:rPr>
              <a:t>cillum</a:t>
            </a:r>
            <a:r>
              <a:rPr lang="en-GB" sz="1300" dirty="0">
                <a:latin typeface="HSE Sans" panose="02000000000000000000" pitchFamily="2" charset="0"/>
              </a:rPr>
              <a:t> dolore </a:t>
            </a:r>
            <a:r>
              <a:rPr lang="en-GB" sz="1300" dirty="0" err="1">
                <a:latin typeface="HSE Sans" panose="02000000000000000000" pitchFamily="2" charset="0"/>
              </a:rPr>
              <a:t>eu</a:t>
            </a:r>
            <a:r>
              <a:rPr lang="en-GB" sz="1300" dirty="0">
                <a:latin typeface="HSE Sans" panose="02000000000000000000" pitchFamily="2" charset="0"/>
              </a:rPr>
              <a:t> </a:t>
            </a:r>
            <a:r>
              <a:rPr lang="en-GB" sz="1300" dirty="0" err="1">
                <a:latin typeface="HSE Sans" panose="02000000000000000000" pitchFamily="2" charset="0"/>
              </a:rPr>
              <a:t>fugiat</a:t>
            </a:r>
            <a:r>
              <a:rPr lang="en-GB" sz="1300" dirty="0">
                <a:latin typeface="HSE Sans" panose="02000000000000000000" pitchFamily="2" charset="0"/>
              </a:rPr>
              <a:t> </a:t>
            </a:r>
            <a:r>
              <a:rPr lang="en-GB" sz="1300" dirty="0" err="1">
                <a:latin typeface="HSE Sans" panose="02000000000000000000" pitchFamily="2" charset="0"/>
              </a:rPr>
              <a:t>nulla</a:t>
            </a:r>
            <a:r>
              <a:rPr lang="en-GB" sz="1300" dirty="0">
                <a:latin typeface="HSE Sans" panose="02000000000000000000" pitchFamily="2" charset="0"/>
              </a:rPr>
              <a:t> </a:t>
            </a:r>
            <a:r>
              <a:rPr lang="en-GB" sz="1300" dirty="0" err="1">
                <a:latin typeface="HSE Sans" panose="02000000000000000000" pitchFamily="2" charset="0"/>
              </a:rPr>
              <a:t>pariatur</a:t>
            </a:r>
            <a:r>
              <a:rPr lang="en-GB" sz="1300" dirty="0">
                <a:latin typeface="HSE Sans" panose="02000000000000000000" pitchFamily="2" charset="0"/>
              </a:rPr>
              <a:t>. </a:t>
            </a:r>
            <a:r>
              <a:rPr lang="en-GB" sz="1300" dirty="0" err="1">
                <a:latin typeface="HSE Sans" panose="02000000000000000000" pitchFamily="2" charset="0"/>
              </a:rPr>
              <a:t>Excepteur</a:t>
            </a:r>
            <a:r>
              <a:rPr lang="en-GB" sz="1300" dirty="0">
                <a:latin typeface="HSE Sans" panose="02000000000000000000" pitchFamily="2" charset="0"/>
              </a:rPr>
              <a:t> </a:t>
            </a:r>
            <a:r>
              <a:rPr lang="en-GB" sz="1300" dirty="0" err="1">
                <a:latin typeface="HSE Sans" panose="02000000000000000000" pitchFamily="2" charset="0"/>
              </a:rPr>
              <a:t>sint</a:t>
            </a:r>
            <a:r>
              <a:rPr lang="en-GB" sz="1300" dirty="0">
                <a:latin typeface="HSE Sans" panose="02000000000000000000" pitchFamily="2" charset="0"/>
              </a:rPr>
              <a:t> </a:t>
            </a:r>
            <a:r>
              <a:rPr lang="en-GB" sz="1300" dirty="0" err="1">
                <a:latin typeface="HSE Sans" panose="02000000000000000000" pitchFamily="2" charset="0"/>
              </a:rPr>
              <a:t>occaecat</a:t>
            </a:r>
            <a:r>
              <a:rPr lang="en-GB" sz="1300" dirty="0">
                <a:latin typeface="HSE Sans" panose="02000000000000000000" pitchFamily="2" charset="0"/>
              </a:rPr>
              <a:t> </a:t>
            </a:r>
            <a:r>
              <a:rPr lang="en-GB" sz="1300" dirty="0" err="1">
                <a:latin typeface="HSE Sans" panose="02000000000000000000" pitchFamily="2" charset="0"/>
              </a:rPr>
              <a:t>cupidatat</a:t>
            </a:r>
            <a:r>
              <a:rPr lang="en-GB" sz="1300" dirty="0">
                <a:latin typeface="HSE Sans" panose="02000000000000000000" pitchFamily="2" charset="0"/>
              </a:rPr>
              <a:t> non </a:t>
            </a:r>
            <a:r>
              <a:rPr lang="en-GB" sz="1300" dirty="0" err="1">
                <a:latin typeface="HSE Sans" panose="02000000000000000000" pitchFamily="2" charset="0"/>
              </a:rPr>
              <a:t>proident</a:t>
            </a:r>
            <a:r>
              <a:rPr lang="en-GB" sz="1300" dirty="0">
                <a:latin typeface="HSE Sans" panose="02000000000000000000" pitchFamily="2" charset="0"/>
              </a:rPr>
              <a:t>, sunt in culpa qui </a:t>
            </a:r>
            <a:r>
              <a:rPr lang="en-GB" sz="1300" dirty="0" err="1">
                <a:latin typeface="HSE Sans" panose="02000000000000000000" pitchFamily="2" charset="0"/>
              </a:rPr>
              <a:t>officia</a:t>
            </a:r>
            <a:r>
              <a:rPr lang="en-GB" sz="1300" dirty="0">
                <a:latin typeface="HSE Sans" panose="02000000000000000000" pitchFamily="2" charset="0"/>
              </a:rPr>
              <a:t> </a:t>
            </a:r>
            <a:r>
              <a:rPr lang="en-GB" sz="1300" dirty="0" err="1">
                <a:latin typeface="HSE Sans" panose="02000000000000000000" pitchFamily="2" charset="0"/>
              </a:rPr>
              <a:t>deserunt</a:t>
            </a:r>
            <a:r>
              <a:rPr lang="en-GB" sz="1300" dirty="0">
                <a:latin typeface="HSE Sans" panose="02000000000000000000" pitchFamily="2" charset="0"/>
              </a:rPr>
              <a:t> </a:t>
            </a:r>
            <a:r>
              <a:rPr lang="en-GB" sz="1300" dirty="0" err="1">
                <a:latin typeface="HSE Sans" panose="02000000000000000000" pitchFamily="2" charset="0"/>
              </a:rPr>
              <a:t>mollit</a:t>
            </a:r>
            <a:r>
              <a:rPr lang="en-GB" sz="1300" dirty="0">
                <a:latin typeface="HSE Sans" panose="02000000000000000000" pitchFamily="2" charset="0"/>
              </a:rPr>
              <a:t> </a:t>
            </a:r>
            <a:r>
              <a:rPr lang="en-GB" sz="1300" dirty="0" err="1">
                <a:latin typeface="HSE Sans" panose="02000000000000000000" pitchFamily="2" charset="0"/>
              </a:rPr>
              <a:t>anim</a:t>
            </a:r>
            <a:r>
              <a:rPr lang="en-GB" sz="1300" dirty="0">
                <a:latin typeface="HSE Sans" panose="02000000000000000000" pitchFamily="2" charset="0"/>
              </a:rPr>
              <a:t> id </a:t>
            </a:r>
            <a:r>
              <a:rPr lang="en-GB" sz="1300" dirty="0" err="1">
                <a:latin typeface="HSE Sans" panose="02000000000000000000" pitchFamily="2" charset="0"/>
              </a:rPr>
              <a:t>est</a:t>
            </a:r>
            <a:r>
              <a:rPr lang="en-GB" sz="1300" dirty="0">
                <a:latin typeface="HSE Sans" panose="02000000000000000000" pitchFamily="2" charset="0"/>
              </a:rPr>
              <a:t> </a:t>
            </a:r>
            <a:r>
              <a:rPr lang="en-GB" sz="1300" dirty="0" err="1">
                <a:latin typeface="HSE Sans" panose="02000000000000000000" pitchFamily="2" charset="0"/>
              </a:rPr>
              <a:t>laborum</a:t>
            </a:r>
            <a:r>
              <a:rPr lang="en-GB" sz="1300" dirty="0">
                <a:latin typeface="HSE Sans" panose="02000000000000000000" pitchFamily="2" charset="0"/>
              </a:rPr>
              <a:t>.</a:t>
            </a:r>
            <a:endParaRPr lang="ru-RU" sz="1300" dirty="0">
              <a:latin typeface="HSE Sans" panose="02000000000000000000" pitchFamily="2" charset="0"/>
            </a:endParaRPr>
          </a:p>
        </p:txBody>
      </p:sp>
      <p:sp>
        <p:nvSpPr>
          <p:cNvPr id="19" name="Текст 35">
            <a:extLst>
              <a:ext uri="{FF2B5EF4-FFF2-40B4-BE49-F238E27FC236}">
                <a16:creationId xmlns:a16="http://schemas.microsoft.com/office/drawing/2014/main" id="{658542D3-7E45-6E46-8039-27C4C43DD617}"/>
              </a:ext>
            </a:extLst>
          </p:cNvPr>
          <p:cNvSpPr>
            <a:spLocks noGrp="1"/>
          </p:cNvSpPr>
          <p:nvPr>
            <p:ph type="body" sz="quarter" idx="16" hasCustomPrompt="1"/>
          </p:nvPr>
        </p:nvSpPr>
        <p:spPr>
          <a:xfrm>
            <a:off x="585897" y="5183249"/>
            <a:ext cx="3934345" cy="553998"/>
          </a:xfrm>
          <a:prstGeom prst="rect">
            <a:avLst/>
          </a:prstGeom>
        </p:spPr>
        <p:txBody>
          <a:bodyPr lIns="0" tIns="0" rIns="0">
            <a:normAutofit/>
          </a:bodyPr>
          <a:lstStyle>
            <a:lvl1pPr marL="0" marR="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sz="1000" b="0" i="0">
                <a:solidFill>
                  <a:srgbClr val="0E2D69"/>
                </a:solidFill>
                <a:latin typeface="HSE Sans" panose="02000000000000000000" pitchFamily="2" charset="0"/>
              </a:defRPr>
            </a:lvl1pPr>
            <a:lvl2pPr marL="4572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2pPr>
            <a:lvl3pPr marL="9144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3pPr>
            <a:lvl4pPr marL="13716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4pPr>
            <a:lvl5pPr marL="18288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5pPr>
          </a:lstStyle>
          <a:p>
            <a:r>
              <a:rPr lang="en-US" sz="1000" dirty="0">
                <a:latin typeface="HSE Sans" panose="02000000000000000000" pitchFamily="2" charset="0"/>
              </a:rPr>
              <a:t>Notes, other clarifications or additional information should be presented in a smaller size (10 </a:t>
            </a:r>
            <a:r>
              <a:rPr lang="en-US" sz="1000" dirty="0" err="1">
                <a:latin typeface="HSE Sans" panose="02000000000000000000" pitchFamily="2" charset="0"/>
              </a:rPr>
              <a:t>pt</a:t>
            </a:r>
            <a:r>
              <a:rPr lang="en-US" sz="1000" dirty="0">
                <a:latin typeface="HSE Sans" panose="02000000000000000000" pitchFamily="2" charset="0"/>
              </a:rPr>
              <a:t>)</a:t>
            </a:r>
            <a:endParaRPr lang="ru-RU" sz="1000" dirty="0">
              <a:latin typeface="HSE Sans" panose="02000000000000000000" pitchFamily="2" charset="0"/>
            </a:endParaRPr>
          </a:p>
        </p:txBody>
      </p:sp>
      <p:sp>
        <p:nvSpPr>
          <p:cNvPr id="21" name="Диаграмма 7">
            <a:extLst>
              <a:ext uri="{FF2B5EF4-FFF2-40B4-BE49-F238E27FC236}">
                <a16:creationId xmlns:a16="http://schemas.microsoft.com/office/drawing/2014/main" id="{57965DCA-4776-7546-97FD-A69317A34CF2}"/>
              </a:ext>
            </a:extLst>
          </p:cNvPr>
          <p:cNvSpPr>
            <a:spLocks noGrp="1"/>
          </p:cNvSpPr>
          <p:nvPr>
            <p:ph type="chart" sz="quarter" idx="10"/>
          </p:nvPr>
        </p:nvSpPr>
        <p:spPr>
          <a:xfrm>
            <a:off x="5272097" y="1447790"/>
            <a:ext cx="6371768" cy="4289457"/>
          </a:xfrm>
          <a:prstGeom prst="rect">
            <a:avLst/>
          </a:prstGeom>
        </p:spPr>
        <p:txBody>
          <a:bodyPr/>
          <a:lstStyle/>
          <a:p>
            <a:endParaRPr lang="ru-RU"/>
          </a:p>
        </p:txBody>
      </p:sp>
      <p:sp>
        <p:nvSpPr>
          <p:cNvPr id="15" name="Текст 37">
            <a:extLst>
              <a:ext uri="{FF2B5EF4-FFF2-40B4-BE49-F238E27FC236}">
                <a16:creationId xmlns:a16="http://schemas.microsoft.com/office/drawing/2014/main" id="{F0037DB7-9A83-3348-8DAE-CC70560E4099}"/>
              </a:ext>
            </a:extLst>
          </p:cNvPr>
          <p:cNvSpPr>
            <a:spLocks noGrp="1"/>
          </p:cNvSpPr>
          <p:nvPr>
            <p:ph type="body" sz="quarter" idx="13" hasCustomPrompt="1"/>
          </p:nvPr>
        </p:nvSpPr>
        <p:spPr>
          <a:xfrm>
            <a:off x="1143689" y="540904"/>
            <a:ext cx="1901825" cy="415925"/>
          </a:xfrm>
          <a:prstGeom prst="rect">
            <a:avLst/>
          </a:prstGeom>
        </p:spPr>
        <p:txBody>
          <a:bodyPr lIns="0" tIns="0" rIns="0" bIns="0">
            <a:noAutofit/>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sz="1000" b="0" i="0">
                <a:latin typeface="HSE Sans" panose="02000000000000000000" pitchFamily="2" charset="0"/>
              </a:defRPr>
            </a:lvl1pPr>
            <a:lvl2pPr marL="457200" indent="0">
              <a:lnSpc>
                <a:spcPct val="100000"/>
              </a:lnSpc>
              <a:buNone/>
              <a:defRPr sz="1000" b="0" i="0">
                <a:latin typeface="HSE Sans" panose="02000000000000000000" pitchFamily="2" charset="0"/>
              </a:defRPr>
            </a:lvl2pPr>
            <a:lvl3pPr marL="914400" indent="0">
              <a:lnSpc>
                <a:spcPct val="100000"/>
              </a:lnSpc>
              <a:buNone/>
              <a:defRPr sz="1000" b="0" i="0">
                <a:latin typeface="HSE Sans" panose="02000000000000000000" pitchFamily="2" charset="0"/>
              </a:defRPr>
            </a:lvl3pPr>
            <a:lvl4pPr marL="1371600" indent="0">
              <a:lnSpc>
                <a:spcPct val="100000"/>
              </a:lnSpc>
              <a:buNone/>
              <a:defRPr sz="1000" b="0" i="0">
                <a:latin typeface="HSE Sans" panose="02000000000000000000" pitchFamily="2" charset="0"/>
              </a:defRPr>
            </a:lvl4pPr>
            <a:lvl5pPr marL="1828800" indent="0">
              <a:lnSpc>
                <a:spcPct val="100000"/>
              </a:lnSpc>
              <a:buNone/>
              <a:defRPr sz="1000" b="0" i="0">
                <a:latin typeface="HSE Sans" panose="02000000000000000000" pitchFamily="2" charset="0"/>
              </a:defRPr>
            </a:lvl5pPr>
          </a:lstStyle>
          <a:p>
            <a:r>
              <a:rPr lang="en-US" sz="1000" dirty="0">
                <a:latin typeface="HSE Sans" panose="02000000000000000000" pitchFamily="2" charset="0"/>
              </a:rPr>
              <a:t>Name of subdivisions in two or three lines </a:t>
            </a:r>
            <a:r>
              <a:rPr lang="en-GB" sz="1000" dirty="0">
                <a:latin typeface="HSE Sans" panose="02000000000000000000" pitchFamily="2" charset="0"/>
              </a:rPr>
              <a:t>(10 </a:t>
            </a:r>
            <a:r>
              <a:rPr lang="en-GB" sz="1000" dirty="0" err="1">
                <a:latin typeface="HSE Sans" panose="02000000000000000000" pitchFamily="2" charset="0"/>
              </a:rPr>
              <a:t>pt</a:t>
            </a:r>
            <a:r>
              <a:rPr lang="en-GB" sz="1000" dirty="0">
                <a:latin typeface="HSE Sans" panose="02000000000000000000" pitchFamily="2" charset="0"/>
              </a:rPr>
              <a:t>)</a:t>
            </a:r>
            <a:endParaRPr lang="ru-RU" sz="1000" dirty="0">
              <a:latin typeface="HSE Sans" panose="02000000000000000000" pitchFamily="2" charset="0"/>
            </a:endParaRPr>
          </a:p>
        </p:txBody>
      </p:sp>
      <p:sp>
        <p:nvSpPr>
          <p:cNvPr id="20" name="Текст 39">
            <a:extLst>
              <a:ext uri="{FF2B5EF4-FFF2-40B4-BE49-F238E27FC236}">
                <a16:creationId xmlns:a16="http://schemas.microsoft.com/office/drawing/2014/main" id="{4007716A-CF6E-BC4E-83BE-CC4A3F1F2008}"/>
              </a:ext>
            </a:extLst>
          </p:cNvPr>
          <p:cNvSpPr>
            <a:spLocks noGrp="1"/>
          </p:cNvSpPr>
          <p:nvPr>
            <p:ph type="body" sz="quarter" idx="14" hasCustomPrompt="1"/>
          </p:nvPr>
        </p:nvSpPr>
        <p:spPr>
          <a:xfrm>
            <a:off x="3459163" y="548720"/>
            <a:ext cx="2070100" cy="408109"/>
          </a:xfrm>
          <a:prstGeom prst="rect">
            <a:avLst/>
          </a:prstGeom>
        </p:spPr>
        <p:txBody>
          <a:bodyPr lIns="0" tIns="0" rIns="0" bIns="0">
            <a:noAutofit/>
          </a:bodyPr>
          <a:lstStyle>
            <a:lvl1pPr marL="0" indent="0">
              <a:lnSpc>
                <a:spcPct val="100000"/>
              </a:lnSpc>
              <a:spcBef>
                <a:spcPts val="0"/>
              </a:spcBef>
              <a:buNone/>
              <a:defRPr sz="1000" b="0" i="0">
                <a:solidFill>
                  <a:srgbClr val="0E2D69"/>
                </a:solidFill>
                <a:latin typeface="HSE Sans" panose="02000000000000000000" pitchFamily="2" charset="0"/>
              </a:defRPr>
            </a:lvl1pPr>
            <a:lvl2pPr marL="457200" indent="0">
              <a:buNone/>
              <a:defRPr sz="1000" b="0" i="0">
                <a:solidFill>
                  <a:srgbClr val="0E2D69"/>
                </a:solidFill>
                <a:latin typeface="HSE Sans" panose="02000000000000000000" pitchFamily="2" charset="0"/>
              </a:defRPr>
            </a:lvl2pPr>
            <a:lvl3pPr marL="914400" indent="0">
              <a:buNone/>
              <a:defRPr sz="1000" b="0" i="0">
                <a:solidFill>
                  <a:srgbClr val="0E2D69"/>
                </a:solidFill>
                <a:latin typeface="HSE Sans" panose="02000000000000000000" pitchFamily="2" charset="0"/>
              </a:defRPr>
            </a:lvl3pPr>
            <a:lvl4pPr marL="1371600" indent="0">
              <a:buNone/>
              <a:defRPr sz="1000" b="0" i="0">
                <a:solidFill>
                  <a:srgbClr val="0E2D69"/>
                </a:solidFill>
                <a:latin typeface="HSE Sans" panose="02000000000000000000" pitchFamily="2" charset="0"/>
              </a:defRPr>
            </a:lvl4pPr>
            <a:lvl5pPr marL="1828800" indent="0">
              <a:buNone/>
              <a:defRPr sz="1000" b="0" i="0">
                <a:solidFill>
                  <a:srgbClr val="0E2D69"/>
                </a:solidFill>
                <a:latin typeface="HSE Sans" panose="02000000000000000000" pitchFamily="2" charset="0"/>
              </a:defRPr>
            </a:lvl5pPr>
          </a:lstStyle>
          <a:p>
            <a:r>
              <a:rPr lang="en-GB" sz="1000" dirty="0">
                <a:latin typeface="HSE Sans" panose="02000000000000000000" pitchFamily="2" charset="0"/>
              </a:rPr>
              <a:t>Name of presentation can be provided in two or three lines (10 </a:t>
            </a:r>
            <a:r>
              <a:rPr lang="en-GB" sz="1000" dirty="0" err="1">
                <a:latin typeface="HSE Sans" panose="02000000000000000000" pitchFamily="2" charset="0"/>
              </a:rPr>
              <a:t>pt</a:t>
            </a:r>
            <a:r>
              <a:rPr lang="en-GB" sz="1000" dirty="0">
                <a:latin typeface="HSE Sans" panose="02000000000000000000" pitchFamily="2" charset="0"/>
              </a:rPr>
              <a:t>)</a:t>
            </a:r>
            <a:endParaRPr lang="ru-RU" sz="1000" dirty="0">
              <a:latin typeface="HSE Sans" panose="02000000000000000000" pitchFamily="2" charset="0"/>
            </a:endParaRPr>
          </a:p>
        </p:txBody>
      </p:sp>
      <p:sp>
        <p:nvSpPr>
          <p:cNvPr id="22" name="Текст 39">
            <a:extLst>
              <a:ext uri="{FF2B5EF4-FFF2-40B4-BE49-F238E27FC236}">
                <a16:creationId xmlns:a16="http://schemas.microsoft.com/office/drawing/2014/main" id="{4921AC85-F824-C54B-91ED-6AB495D80D7A}"/>
              </a:ext>
            </a:extLst>
          </p:cNvPr>
          <p:cNvSpPr>
            <a:spLocks noGrp="1"/>
          </p:cNvSpPr>
          <p:nvPr>
            <p:ph type="body" sz="quarter" idx="15" hasCustomPrompt="1"/>
          </p:nvPr>
        </p:nvSpPr>
        <p:spPr>
          <a:xfrm>
            <a:off x="6259892" y="548720"/>
            <a:ext cx="2070100" cy="408109"/>
          </a:xfrm>
          <a:prstGeom prst="rect">
            <a:avLst/>
          </a:prstGeom>
        </p:spPr>
        <p:txBody>
          <a:bodyPr lIns="0" tIns="0" rIns="0" bIns="0">
            <a:noAutofit/>
          </a:bodyPr>
          <a:lstStyle>
            <a:lvl1pPr marL="0" indent="0">
              <a:lnSpc>
                <a:spcPct val="100000"/>
              </a:lnSpc>
              <a:spcBef>
                <a:spcPts val="0"/>
              </a:spcBef>
              <a:buNone/>
              <a:defRPr sz="1000" b="0" i="0">
                <a:solidFill>
                  <a:srgbClr val="0E2D69"/>
                </a:solidFill>
                <a:latin typeface="HSE Sans" panose="02000000000000000000" pitchFamily="2" charset="0"/>
              </a:defRPr>
            </a:lvl1pPr>
            <a:lvl2pPr marL="457200" indent="0">
              <a:buNone/>
              <a:defRPr sz="1000" b="0" i="0">
                <a:solidFill>
                  <a:srgbClr val="0E2D69"/>
                </a:solidFill>
                <a:latin typeface="HSE Sans" panose="02000000000000000000" pitchFamily="2" charset="0"/>
              </a:defRPr>
            </a:lvl2pPr>
            <a:lvl3pPr marL="914400" indent="0">
              <a:buNone/>
              <a:defRPr sz="1000" b="0" i="0">
                <a:solidFill>
                  <a:srgbClr val="0E2D69"/>
                </a:solidFill>
                <a:latin typeface="HSE Sans" panose="02000000000000000000" pitchFamily="2" charset="0"/>
              </a:defRPr>
            </a:lvl3pPr>
            <a:lvl4pPr marL="1371600" indent="0">
              <a:buNone/>
              <a:defRPr sz="1000" b="0" i="0">
                <a:solidFill>
                  <a:srgbClr val="0E2D69"/>
                </a:solidFill>
                <a:latin typeface="HSE Sans" panose="02000000000000000000" pitchFamily="2" charset="0"/>
              </a:defRPr>
            </a:lvl4pPr>
            <a:lvl5pPr marL="1828800" indent="0">
              <a:buNone/>
              <a:defRPr sz="1000" b="0" i="0">
                <a:solidFill>
                  <a:srgbClr val="0E2D69"/>
                </a:solidFill>
                <a:latin typeface="HSE Sans" panose="02000000000000000000" pitchFamily="2" charset="0"/>
              </a:defRPr>
            </a:lvl5pPr>
          </a:lstStyle>
          <a:p>
            <a:r>
              <a:rPr lang="en-GB" sz="1000" dirty="0">
                <a:latin typeface="HSE Sans" panose="02000000000000000000" pitchFamily="2" charset="0"/>
              </a:rPr>
              <a:t>Name of presentation can be provided in two or three lines (10 </a:t>
            </a:r>
            <a:r>
              <a:rPr lang="en-GB" sz="1000" dirty="0" err="1">
                <a:latin typeface="HSE Sans" panose="02000000000000000000" pitchFamily="2" charset="0"/>
              </a:rPr>
              <a:t>pt</a:t>
            </a:r>
            <a:r>
              <a:rPr lang="en-GB" sz="1000" dirty="0">
                <a:latin typeface="HSE Sans" panose="02000000000000000000" pitchFamily="2" charset="0"/>
              </a:rPr>
              <a:t>)</a:t>
            </a:r>
            <a:endParaRPr lang="ru-RU" sz="1000" dirty="0">
              <a:latin typeface="HSE Sans" panose="02000000000000000000" pitchFamily="2" charset="0"/>
            </a:endParaRPr>
          </a:p>
        </p:txBody>
      </p:sp>
    </p:spTree>
    <p:extLst>
      <p:ext uri="{BB962C8B-B14F-4D97-AF65-F5344CB8AC3E}">
        <p14:creationId xmlns:p14="http://schemas.microsoft.com/office/powerpoint/2010/main" val="2507113422"/>
      </p:ext>
    </p:extLst>
  </p:cSld>
  <p:clrMapOvr>
    <a:masterClrMapping/>
  </p:clrMapOvr>
  <mc:AlternateContent xmlns:mc="http://schemas.openxmlformats.org/markup-compatibility/2006">
    <mc:Choice xmlns:p14="http://schemas.microsoft.com/office/powerpoint/2010/main" Requires="p14">
      <p:transition p14:dur="10" advClick="0" advTm="30000"/>
    </mc:Choice>
    <mc:Fallback>
      <p:transition advClick="0" advTm="30000"/>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График_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 name="Picture 4" descr="Icon&#10;&#10;Description automatically generated">
            <a:extLst>
              <a:ext uri="{FF2B5EF4-FFF2-40B4-BE49-F238E27FC236}">
                <a16:creationId xmlns:a16="http://schemas.microsoft.com/office/drawing/2014/main" id="{11D7C3EB-CCEB-E142-9753-8B2D75A0A80D}"/>
              </a:ext>
            </a:extLst>
          </p:cNvPr>
          <p:cNvPicPr>
            <a:picLocks noChangeAspect="1"/>
          </p:cNvPicPr>
          <p:nvPr userDrawn="1"/>
        </p:nvPicPr>
        <p:blipFill>
          <a:blip r:embed="rId3"/>
          <a:stretch>
            <a:fillRect/>
          </a:stretch>
        </p:blipFill>
        <p:spPr>
          <a:xfrm>
            <a:off x="517199" y="464363"/>
            <a:ext cx="448276" cy="448276"/>
          </a:xfrm>
          <a:prstGeom prst="rect">
            <a:avLst/>
          </a:prstGeom>
        </p:spPr>
      </p:pic>
      <p:cxnSp>
        <p:nvCxnSpPr>
          <p:cNvPr id="9" name="Straight Connector 19">
            <a:extLst>
              <a:ext uri="{FF2B5EF4-FFF2-40B4-BE49-F238E27FC236}">
                <a16:creationId xmlns:a16="http://schemas.microsoft.com/office/drawing/2014/main" id="{527C9F89-51CC-D243-9351-73AB081DB944}"/>
              </a:ext>
            </a:extLst>
          </p:cNvPr>
          <p:cNvCxnSpPr>
            <a:cxnSpLocks/>
          </p:cNvCxnSpPr>
          <p:nvPr userDrawn="1"/>
        </p:nvCxnSpPr>
        <p:spPr>
          <a:xfrm>
            <a:off x="3298686"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cxnSp>
        <p:nvCxnSpPr>
          <p:cNvPr id="10" name="Straight Connector 21">
            <a:extLst>
              <a:ext uri="{FF2B5EF4-FFF2-40B4-BE49-F238E27FC236}">
                <a16:creationId xmlns:a16="http://schemas.microsoft.com/office/drawing/2014/main" id="{F09EE119-6C80-E846-95F9-BB3907664128}"/>
              </a:ext>
            </a:extLst>
          </p:cNvPr>
          <p:cNvCxnSpPr>
            <a:cxnSpLocks/>
          </p:cNvCxnSpPr>
          <p:nvPr userDrawn="1"/>
        </p:nvCxnSpPr>
        <p:spPr>
          <a:xfrm>
            <a:off x="6099416"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cxnSp>
        <p:nvCxnSpPr>
          <p:cNvPr id="11" name="Straight Connector 25">
            <a:extLst>
              <a:ext uri="{FF2B5EF4-FFF2-40B4-BE49-F238E27FC236}">
                <a16:creationId xmlns:a16="http://schemas.microsoft.com/office/drawing/2014/main" id="{6C0A681B-44BF-6A46-98D8-483EF13B9114}"/>
              </a:ext>
            </a:extLst>
          </p:cNvPr>
          <p:cNvCxnSpPr>
            <a:cxnSpLocks/>
          </p:cNvCxnSpPr>
          <p:nvPr userDrawn="1"/>
        </p:nvCxnSpPr>
        <p:spPr>
          <a:xfrm>
            <a:off x="10277081"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C65A5D7C-EB12-9D4D-A99A-4B26C81B7387}"/>
              </a:ext>
            </a:extLst>
          </p:cNvPr>
          <p:cNvSpPr txBox="1"/>
          <p:nvPr userDrawn="1"/>
        </p:nvSpPr>
        <p:spPr>
          <a:xfrm>
            <a:off x="10410201" y="532278"/>
            <a:ext cx="671977" cy="307777"/>
          </a:xfrm>
          <a:prstGeom prst="rect">
            <a:avLst/>
          </a:prstGeom>
          <a:noFill/>
        </p:spPr>
        <p:txBody>
          <a:bodyPr wrap="square" lIns="0" tIns="0" rIns="0" bIns="0" rtlCol="0">
            <a:spAutoFit/>
          </a:bodyPr>
          <a:lstStyle/>
          <a:p>
            <a:fld id="{32AF94B5-93D7-5247-B727-C7089232F508}" type="slidenum">
              <a:rPr lang="ru-RU" sz="2000" smtClean="0">
                <a:solidFill>
                  <a:srgbClr val="102D69"/>
                </a:solidFill>
                <a:latin typeface="HSE Sans" panose="02000000000000000000" pitchFamily="2" charset="0"/>
              </a:rPr>
              <a:t>‹#›</a:t>
            </a:fld>
            <a:endParaRPr lang="ru-RU" sz="2000" dirty="0">
              <a:solidFill>
                <a:srgbClr val="102D69"/>
              </a:solidFill>
              <a:latin typeface="HSE Sans" panose="02000000000000000000" pitchFamily="2" charset="0"/>
            </a:endParaRPr>
          </a:p>
        </p:txBody>
      </p:sp>
      <p:cxnSp>
        <p:nvCxnSpPr>
          <p:cNvPr id="13" name="Straight Connector 59">
            <a:extLst>
              <a:ext uri="{FF2B5EF4-FFF2-40B4-BE49-F238E27FC236}">
                <a16:creationId xmlns:a16="http://schemas.microsoft.com/office/drawing/2014/main" id="{D4C3D74D-BE91-9547-ADCA-ACCE93C18789}"/>
              </a:ext>
            </a:extLst>
          </p:cNvPr>
          <p:cNvCxnSpPr>
            <a:cxnSpLocks/>
          </p:cNvCxnSpPr>
          <p:nvPr userDrawn="1"/>
        </p:nvCxnSpPr>
        <p:spPr>
          <a:xfrm>
            <a:off x="11643868"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sp>
        <p:nvSpPr>
          <p:cNvPr id="20" name="Текст 35">
            <a:extLst>
              <a:ext uri="{FF2B5EF4-FFF2-40B4-BE49-F238E27FC236}">
                <a16:creationId xmlns:a16="http://schemas.microsoft.com/office/drawing/2014/main" id="{5812BF3C-1D24-3640-84D2-BFFCA525AE5F}"/>
              </a:ext>
            </a:extLst>
          </p:cNvPr>
          <p:cNvSpPr>
            <a:spLocks noGrp="1"/>
          </p:cNvSpPr>
          <p:nvPr>
            <p:ph type="body" sz="quarter" idx="16" hasCustomPrompt="1"/>
          </p:nvPr>
        </p:nvSpPr>
        <p:spPr>
          <a:xfrm>
            <a:off x="585897" y="5183249"/>
            <a:ext cx="3934345" cy="553998"/>
          </a:xfrm>
          <a:prstGeom prst="rect">
            <a:avLst/>
          </a:prstGeom>
        </p:spPr>
        <p:txBody>
          <a:bodyPr lIns="0" tIns="0" rIns="0">
            <a:normAutofit/>
          </a:bodyPr>
          <a:lstStyle>
            <a:lvl1pPr marL="0" marR="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sz="1000" b="0" i="0">
                <a:solidFill>
                  <a:srgbClr val="0E2D69"/>
                </a:solidFill>
                <a:latin typeface="HSE Sans" panose="02000000000000000000" pitchFamily="2" charset="0"/>
              </a:defRPr>
            </a:lvl1pPr>
            <a:lvl2pPr marL="4572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2pPr>
            <a:lvl3pPr marL="9144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3pPr>
            <a:lvl4pPr marL="13716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4pPr>
            <a:lvl5pPr marL="18288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5pPr>
          </a:lstStyle>
          <a:p>
            <a:r>
              <a:rPr lang="ru-RU" sz="1000" dirty="0">
                <a:latin typeface="HSE Sans" panose="02000000000000000000" pitchFamily="2" charset="0"/>
              </a:rPr>
              <a:t>Примечания, или любая другая пояснительная или дополнительная информация набираются шрифтом размером 10 </a:t>
            </a:r>
            <a:r>
              <a:rPr lang="en-GB" sz="1000" dirty="0" err="1">
                <a:latin typeface="HSE Sans" panose="02000000000000000000" pitchFamily="2" charset="0"/>
              </a:rPr>
              <a:t>pt</a:t>
            </a:r>
            <a:endParaRPr lang="ru-RU" sz="1000" dirty="0">
              <a:latin typeface="HSE Sans" panose="02000000000000000000" pitchFamily="2" charset="0"/>
            </a:endParaRPr>
          </a:p>
        </p:txBody>
      </p:sp>
      <p:sp>
        <p:nvSpPr>
          <p:cNvPr id="21" name="Диаграмма 7">
            <a:extLst>
              <a:ext uri="{FF2B5EF4-FFF2-40B4-BE49-F238E27FC236}">
                <a16:creationId xmlns:a16="http://schemas.microsoft.com/office/drawing/2014/main" id="{BCBBDD44-9DC9-F74E-979F-120A7BBD4EE1}"/>
              </a:ext>
            </a:extLst>
          </p:cNvPr>
          <p:cNvSpPr>
            <a:spLocks noGrp="1"/>
          </p:cNvSpPr>
          <p:nvPr>
            <p:ph type="chart" sz="quarter" idx="10"/>
          </p:nvPr>
        </p:nvSpPr>
        <p:spPr>
          <a:xfrm>
            <a:off x="5272097" y="1447790"/>
            <a:ext cx="6371768" cy="4289457"/>
          </a:xfrm>
          <a:prstGeom prst="rect">
            <a:avLst/>
          </a:prstGeom>
        </p:spPr>
        <p:txBody>
          <a:bodyPr/>
          <a:lstStyle/>
          <a:p>
            <a:endParaRPr lang="ru-RU"/>
          </a:p>
        </p:txBody>
      </p:sp>
      <p:sp>
        <p:nvSpPr>
          <p:cNvPr id="23" name="Текст 22">
            <a:extLst>
              <a:ext uri="{FF2B5EF4-FFF2-40B4-BE49-F238E27FC236}">
                <a16:creationId xmlns:a16="http://schemas.microsoft.com/office/drawing/2014/main" id="{7C68DF7B-E804-E44B-83DF-5DC36AF76F43}"/>
              </a:ext>
            </a:extLst>
          </p:cNvPr>
          <p:cNvSpPr>
            <a:spLocks noGrp="1"/>
          </p:cNvSpPr>
          <p:nvPr>
            <p:ph type="body" sz="quarter" idx="17" hasCustomPrompt="1"/>
          </p:nvPr>
        </p:nvSpPr>
        <p:spPr>
          <a:xfrm>
            <a:off x="585788" y="1447064"/>
            <a:ext cx="4322762" cy="703205"/>
          </a:xfrm>
          <a:prstGeom prst="rect">
            <a:avLst/>
          </a:prstGeom>
        </p:spPr>
        <p:txBody>
          <a:bodyPr>
            <a:noAutofit/>
          </a:bodyPr>
          <a:lstStyle>
            <a:lvl1pPr marL="0" indent="0">
              <a:buNone/>
              <a:defRPr sz="1600" b="0" i="0">
                <a:solidFill>
                  <a:srgbClr val="0E2D69"/>
                </a:solidFill>
                <a:latin typeface="HSE Sans" panose="02000000000000000000" pitchFamily="2" charset="0"/>
              </a:defRPr>
            </a:lvl1pPr>
            <a:lvl2pPr>
              <a:defRPr sz="1600" b="0" i="0">
                <a:solidFill>
                  <a:srgbClr val="0E2D69"/>
                </a:solidFill>
                <a:latin typeface="HSE Sans" panose="02000000000000000000" pitchFamily="2" charset="0"/>
              </a:defRPr>
            </a:lvl2pPr>
            <a:lvl3pPr>
              <a:defRPr sz="1600" b="0" i="0">
                <a:solidFill>
                  <a:srgbClr val="0E2D69"/>
                </a:solidFill>
                <a:latin typeface="HSE Sans" panose="02000000000000000000" pitchFamily="2" charset="0"/>
              </a:defRPr>
            </a:lvl3pPr>
            <a:lvl4pPr>
              <a:defRPr sz="1600" b="0" i="0">
                <a:solidFill>
                  <a:srgbClr val="0E2D69"/>
                </a:solidFill>
                <a:latin typeface="HSE Sans" panose="02000000000000000000" pitchFamily="2" charset="0"/>
              </a:defRPr>
            </a:lvl4pPr>
            <a:lvl5pPr>
              <a:defRPr sz="1600" b="0" i="0">
                <a:solidFill>
                  <a:srgbClr val="0E2D69"/>
                </a:solidFill>
                <a:latin typeface="HSE Sans" panose="02000000000000000000" pitchFamily="2" charset="0"/>
              </a:defRPr>
            </a:lvl5pPr>
          </a:lstStyle>
          <a:p>
            <a:r>
              <a:rPr lang="en-GB" sz="1600" dirty="0">
                <a:solidFill>
                  <a:srgbClr val="102D69"/>
                </a:solidFill>
                <a:latin typeface="HSE Sans" panose="02000000000000000000" pitchFamily="2" charset="0"/>
              </a:rPr>
              <a:t>Name of graph. Please note that table titles should be smaller than headlines (16 </a:t>
            </a:r>
            <a:r>
              <a:rPr lang="en-GB" sz="1600" dirty="0" err="1">
                <a:solidFill>
                  <a:srgbClr val="102D69"/>
                </a:solidFill>
                <a:latin typeface="HSE Sans" panose="02000000000000000000" pitchFamily="2" charset="0"/>
              </a:rPr>
              <a:t>pt</a:t>
            </a:r>
            <a:r>
              <a:rPr lang="en-GB" sz="1600" dirty="0">
                <a:solidFill>
                  <a:srgbClr val="102D69"/>
                </a:solidFill>
                <a:latin typeface="HSE Sans" panose="02000000000000000000" pitchFamily="2" charset="0"/>
              </a:rPr>
              <a:t>)</a:t>
            </a:r>
            <a:endParaRPr lang="ru-RU" sz="1600" dirty="0">
              <a:solidFill>
                <a:srgbClr val="102D69"/>
              </a:solidFill>
              <a:latin typeface="HSE Sans" panose="02000000000000000000" pitchFamily="2" charset="0"/>
            </a:endParaRPr>
          </a:p>
        </p:txBody>
      </p:sp>
      <p:sp>
        <p:nvSpPr>
          <p:cNvPr id="28" name="Текст 35">
            <a:extLst>
              <a:ext uri="{FF2B5EF4-FFF2-40B4-BE49-F238E27FC236}">
                <a16:creationId xmlns:a16="http://schemas.microsoft.com/office/drawing/2014/main" id="{89E931D8-2901-A54D-86EA-096E47B81880}"/>
              </a:ext>
            </a:extLst>
          </p:cNvPr>
          <p:cNvSpPr>
            <a:spLocks noGrp="1"/>
          </p:cNvSpPr>
          <p:nvPr>
            <p:ph type="body" sz="quarter" idx="12" hasCustomPrompt="1"/>
          </p:nvPr>
        </p:nvSpPr>
        <p:spPr>
          <a:xfrm>
            <a:off x="585898" y="2379663"/>
            <a:ext cx="4322531" cy="2399371"/>
          </a:xfrm>
          <a:prstGeom prst="rect">
            <a:avLst/>
          </a:prstGeom>
        </p:spPr>
        <p:txBody>
          <a:bodyPr lIns="0" tIns="0" rIns="0">
            <a:normAutofit/>
          </a:bodyPr>
          <a:lstStyle>
            <a:lvl1pPr marL="0" marR="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sz="1300" b="0" i="0">
                <a:solidFill>
                  <a:srgbClr val="0E2D69"/>
                </a:solidFill>
                <a:latin typeface="HSE Sans" panose="02000000000000000000" pitchFamily="2" charset="0"/>
              </a:defRPr>
            </a:lvl1pPr>
            <a:lvl2pPr marL="4572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2pPr>
            <a:lvl3pPr marL="9144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3pPr>
            <a:lvl4pPr marL="13716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4pPr>
            <a:lvl5pPr marL="18288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5pPr>
          </a:lstStyle>
          <a:p>
            <a:r>
              <a:rPr lang="en-GB" sz="1300" dirty="0">
                <a:latin typeface="HSE Sans" panose="02000000000000000000" pitchFamily="2" charset="0"/>
              </a:rPr>
              <a:t>Lorem ipsum </a:t>
            </a:r>
            <a:r>
              <a:rPr lang="en-GB" sz="1300" dirty="0" err="1">
                <a:latin typeface="HSE Sans" panose="02000000000000000000" pitchFamily="2" charset="0"/>
              </a:rPr>
              <a:t>dolor</a:t>
            </a:r>
            <a:r>
              <a:rPr lang="en-GB" sz="1300" dirty="0">
                <a:latin typeface="HSE Sans" panose="02000000000000000000" pitchFamily="2" charset="0"/>
              </a:rPr>
              <a:t> sit </a:t>
            </a:r>
            <a:r>
              <a:rPr lang="en-GB" sz="1300" dirty="0" err="1">
                <a:latin typeface="HSE Sans" panose="02000000000000000000" pitchFamily="2" charset="0"/>
              </a:rPr>
              <a:t>amet</a:t>
            </a:r>
            <a:r>
              <a:rPr lang="en-GB" sz="1300" dirty="0">
                <a:latin typeface="HSE Sans" panose="02000000000000000000" pitchFamily="2" charset="0"/>
              </a:rPr>
              <a:t>, </a:t>
            </a:r>
            <a:r>
              <a:rPr lang="en-GB" sz="1300" dirty="0" err="1">
                <a:latin typeface="HSE Sans" panose="02000000000000000000" pitchFamily="2" charset="0"/>
              </a:rPr>
              <a:t>consectetur</a:t>
            </a:r>
            <a:r>
              <a:rPr lang="en-GB" sz="1300" dirty="0">
                <a:latin typeface="HSE Sans" panose="02000000000000000000" pitchFamily="2" charset="0"/>
              </a:rPr>
              <a:t> </a:t>
            </a:r>
            <a:r>
              <a:rPr lang="en-GB" sz="1300" dirty="0" err="1">
                <a:latin typeface="HSE Sans" panose="02000000000000000000" pitchFamily="2" charset="0"/>
              </a:rPr>
              <a:t>adipiscing</a:t>
            </a:r>
            <a:r>
              <a:rPr lang="en-GB" sz="1300" dirty="0">
                <a:latin typeface="HSE Sans" panose="02000000000000000000" pitchFamily="2" charset="0"/>
              </a:rPr>
              <a:t> </a:t>
            </a:r>
            <a:r>
              <a:rPr lang="en-GB" sz="1300" dirty="0" err="1">
                <a:latin typeface="HSE Sans" panose="02000000000000000000" pitchFamily="2" charset="0"/>
              </a:rPr>
              <a:t>elit</a:t>
            </a:r>
            <a:r>
              <a:rPr lang="en-GB" sz="1300" dirty="0">
                <a:latin typeface="HSE Sans" panose="02000000000000000000" pitchFamily="2" charset="0"/>
              </a:rPr>
              <a:t>, </a:t>
            </a:r>
            <a:r>
              <a:rPr lang="en-GB" sz="1300" dirty="0" err="1">
                <a:latin typeface="HSE Sans" panose="02000000000000000000" pitchFamily="2" charset="0"/>
              </a:rPr>
              <a:t>sed</a:t>
            </a:r>
            <a:r>
              <a:rPr lang="en-GB" sz="1300" dirty="0">
                <a:latin typeface="HSE Sans" panose="02000000000000000000" pitchFamily="2" charset="0"/>
              </a:rPr>
              <a:t> do </a:t>
            </a:r>
            <a:r>
              <a:rPr lang="en-GB" sz="1300" dirty="0" err="1">
                <a:latin typeface="HSE Sans" panose="02000000000000000000" pitchFamily="2" charset="0"/>
              </a:rPr>
              <a:t>eiusmod</a:t>
            </a:r>
            <a:r>
              <a:rPr lang="en-GB" sz="1300" dirty="0">
                <a:latin typeface="HSE Sans" panose="02000000000000000000" pitchFamily="2" charset="0"/>
              </a:rPr>
              <a:t> </a:t>
            </a:r>
            <a:r>
              <a:rPr lang="en-GB" sz="1300" dirty="0" err="1">
                <a:latin typeface="HSE Sans" panose="02000000000000000000" pitchFamily="2" charset="0"/>
              </a:rPr>
              <a:t>tempor</a:t>
            </a:r>
            <a:r>
              <a:rPr lang="en-GB" sz="1300" dirty="0">
                <a:latin typeface="HSE Sans" panose="02000000000000000000" pitchFamily="2" charset="0"/>
              </a:rPr>
              <a:t> </a:t>
            </a:r>
            <a:r>
              <a:rPr lang="en-GB" sz="1300" dirty="0" err="1">
                <a:latin typeface="HSE Sans" panose="02000000000000000000" pitchFamily="2" charset="0"/>
              </a:rPr>
              <a:t>incididunt</a:t>
            </a:r>
            <a:r>
              <a:rPr lang="en-GB" sz="1300" dirty="0">
                <a:latin typeface="HSE Sans" panose="02000000000000000000" pitchFamily="2" charset="0"/>
              </a:rPr>
              <a:t> </a:t>
            </a:r>
            <a:r>
              <a:rPr lang="en-GB" sz="1300" dirty="0" err="1">
                <a:latin typeface="HSE Sans" panose="02000000000000000000" pitchFamily="2" charset="0"/>
              </a:rPr>
              <a:t>ut</a:t>
            </a:r>
            <a:r>
              <a:rPr lang="en-GB" sz="1300" dirty="0">
                <a:latin typeface="HSE Sans" panose="02000000000000000000" pitchFamily="2" charset="0"/>
              </a:rPr>
              <a:t> </a:t>
            </a:r>
            <a:r>
              <a:rPr lang="en-GB" sz="1300" dirty="0" err="1">
                <a:latin typeface="HSE Sans" panose="02000000000000000000" pitchFamily="2" charset="0"/>
              </a:rPr>
              <a:t>labore</a:t>
            </a:r>
            <a:r>
              <a:rPr lang="en-GB" sz="1300" dirty="0">
                <a:latin typeface="HSE Sans" panose="02000000000000000000" pitchFamily="2" charset="0"/>
              </a:rPr>
              <a:t> et dolore magna </a:t>
            </a:r>
            <a:r>
              <a:rPr lang="en-GB" sz="1300" dirty="0" err="1">
                <a:latin typeface="HSE Sans" panose="02000000000000000000" pitchFamily="2" charset="0"/>
              </a:rPr>
              <a:t>aliqua</a:t>
            </a:r>
            <a:r>
              <a:rPr lang="en-GB" sz="1300" dirty="0">
                <a:latin typeface="HSE Sans" panose="02000000000000000000" pitchFamily="2" charset="0"/>
              </a:rPr>
              <a:t>. Ut </a:t>
            </a:r>
            <a:r>
              <a:rPr lang="en-GB" sz="1300" dirty="0" err="1">
                <a:latin typeface="HSE Sans" panose="02000000000000000000" pitchFamily="2" charset="0"/>
              </a:rPr>
              <a:t>enim</a:t>
            </a:r>
            <a:r>
              <a:rPr lang="en-GB" sz="1300" dirty="0">
                <a:latin typeface="HSE Sans" panose="02000000000000000000" pitchFamily="2" charset="0"/>
              </a:rPr>
              <a:t> ad minim </a:t>
            </a:r>
            <a:r>
              <a:rPr lang="en-GB" sz="1300" dirty="0" err="1">
                <a:latin typeface="HSE Sans" panose="02000000000000000000" pitchFamily="2" charset="0"/>
              </a:rPr>
              <a:t>veniam</a:t>
            </a:r>
            <a:r>
              <a:rPr lang="en-GB" sz="1300" dirty="0">
                <a:latin typeface="HSE Sans" panose="02000000000000000000" pitchFamily="2" charset="0"/>
              </a:rPr>
              <a:t>, </a:t>
            </a:r>
            <a:r>
              <a:rPr lang="en-GB" sz="1300" dirty="0" err="1">
                <a:latin typeface="HSE Sans" panose="02000000000000000000" pitchFamily="2" charset="0"/>
              </a:rPr>
              <a:t>quis</a:t>
            </a:r>
            <a:r>
              <a:rPr lang="en-GB" sz="1300" dirty="0">
                <a:latin typeface="HSE Sans" panose="02000000000000000000" pitchFamily="2" charset="0"/>
              </a:rPr>
              <a:t> </a:t>
            </a:r>
            <a:r>
              <a:rPr lang="en-GB" sz="1300" dirty="0" err="1">
                <a:latin typeface="HSE Sans" panose="02000000000000000000" pitchFamily="2" charset="0"/>
              </a:rPr>
              <a:t>nostrud</a:t>
            </a:r>
            <a:r>
              <a:rPr lang="en-GB" sz="1300" dirty="0">
                <a:latin typeface="HSE Sans" panose="02000000000000000000" pitchFamily="2" charset="0"/>
              </a:rPr>
              <a:t> exercitation </a:t>
            </a:r>
            <a:r>
              <a:rPr lang="en-GB" sz="1300" dirty="0" err="1">
                <a:latin typeface="HSE Sans" panose="02000000000000000000" pitchFamily="2" charset="0"/>
              </a:rPr>
              <a:t>ullamco</a:t>
            </a:r>
            <a:r>
              <a:rPr lang="en-GB" sz="1300" dirty="0">
                <a:latin typeface="HSE Sans" panose="02000000000000000000" pitchFamily="2" charset="0"/>
              </a:rPr>
              <a:t> </a:t>
            </a:r>
            <a:r>
              <a:rPr lang="en-GB" sz="1300" dirty="0" err="1">
                <a:latin typeface="HSE Sans" panose="02000000000000000000" pitchFamily="2" charset="0"/>
              </a:rPr>
              <a:t>laboris</a:t>
            </a:r>
            <a:r>
              <a:rPr lang="en-GB" sz="1300" dirty="0">
                <a:latin typeface="HSE Sans" panose="02000000000000000000" pitchFamily="2" charset="0"/>
              </a:rPr>
              <a:t> nisi </a:t>
            </a:r>
            <a:r>
              <a:rPr lang="en-GB" sz="1300" dirty="0" err="1">
                <a:latin typeface="HSE Sans" panose="02000000000000000000" pitchFamily="2" charset="0"/>
              </a:rPr>
              <a:t>ut</a:t>
            </a:r>
            <a:r>
              <a:rPr lang="en-GB" sz="1300" dirty="0">
                <a:latin typeface="HSE Sans" panose="02000000000000000000" pitchFamily="2" charset="0"/>
              </a:rPr>
              <a:t> </a:t>
            </a:r>
            <a:r>
              <a:rPr lang="en-GB" sz="1300" dirty="0" err="1">
                <a:latin typeface="HSE Sans" panose="02000000000000000000" pitchFamily="2" charset="0"/>
              </a:rPr>
              <a:t>aliquip</a:t>
            </a:r>
            <a:r>
              <a:rPr lang="en-GB" sz="1300" dirty="0">
                <a:latin typeface="HSE Sans" panose="02000000000000000000" pitchFamily="2" charset="0"/>
              </a:rPr>
              <a:t> ex </a:t>
            </a:r>
            <a:r>
              <a:rPr lang="en-GB" sz="1300" dirty="0" err="1">
                <a:latin typeface="HSE Sans" panose="02000000000000000000" pitchFamily="2" charset="0"/>
              </a:rPr>
              <a:t>ea</a:t>
            </a:r>
            <a:r>
              <a:rPr lang="en-GB" sz="1300" dirty="0">
                <a:latin typeface="HSE Sans" panose="02000000000000000000" pitchFamily="2" charset="0"/>
              </a:rPr>
              <a:t> </a:t>
            </a:r>
            <a:r>
              <a:rPr lang="en-GB" sz="1300" dirty="0" err="1">
                <a:latin typeface="HSE Sans" panose="02000000000000000000" pitchFamily="2" charset="0"/>
              </a:rPr>
              <a:t>commodo</a:t>
            </a:r>
            <a:r>
              <a:rPr lang="en-GB" sz="1300" dirty="0">
                <a:latin typeface="HSE Sans" panose="02000000000000000000" pitchFamily="2" charset="0"/>
              </a:rPr>
              <a:t> </a:t>
            </a:r>
            <a:r>
              <a:rPr lang="en-GB" sz="1300" dirty="0" err="1">
                <a:latin typeface="HSE Sans" panose="02000000000000000000" pitchFamily="2" charset="0"/>
              </a:rPr>
              <a:t>consequat</a:t>
            </a:r>
            <a:r>
              <a:rPr lang="en-GB" sz="1300" dirty="0">
                <a:latin typeface="HSE Sans" panose="02000000000000000000" pitchFamily="2" charset="0"/>
              </a:rPr>
              <a:t>. Duis </a:t>
            </a:r>
            <a:r>
              <a:rPr lang="en-GB" sz="1300" dirty="0" err="1">
                <a:latin typeface="HSE Sans" panose="02000000000000000000" pitchFamily="2" charset="0"/>
              </a:rPr>
              <a:t>aute</a:t>
            </a:r>
            <a:r>
              <a:rPr lang="en-GB" sz="1300" dirty="0">
                <a:latin typeface="HSE Sans" panose="02000000000000000000" pitchFamily="2" charset="0"/>
              </a:rPr>
              <a:t> </a:t>
            </a:r>
            <a:r>
              <a:rPr lang="en-GB" sz="1300" dirty="0" err="1">
                <a:latin typeface="HSE Sans" panose="02000000000000000000" pitchFamily="2" charset="0"/>
              </a:rPr>
              <a:t>irure</a:t>
            </a:r>
            <a:r>
              <a:rPr lang="en-GB" sz="1300" dirty="0">
                <a:latin typeface="HSE Sans" panose="02000000000000000000" pitchFamily="2" charset="0"/>
              </a:rPr>
              <a:t> </a:t>
            </a:r>
            <a:r>
              <a:rPr lang="en-GB" sz="1300" dirty="0" err="1">
                <a:latin typeface="HSE Sans" panose="02000000000000000000" pitchFamily="2" charset="0"/>
              </a:rPr>
              <a:t>dolor</a:t>
            </a:r>
            <a:r>
              <a:rPr lang="en-GB" sz="1300" dirty="0">
                <a:latin typeface="HSE Sans" panose="02000000000000000000" pitchFamily="2" charset="0"/>
              </a:rPr>
              <a:t> in </a:t>
            </a:r>
            <a:r>
              <a:rPr lang="en-GB" sz="1300" dirty="0" err="1">
                <a:latin typeface="HSE Sans" panose="02000000000000000000" pitchFamily="2" charset="0"/>
              </a:rPr>
              <a:t>reprehenderit</a:t>
            </a:r>
            <a:r>
              <a:rPr lang="en-GB" sz="1300" dirty="0">
                <a:latin typeface="HSE Sans" panose="02000000000000000000" pitchFamily="2" charset="0"/>
              </a:rPr>
              <a:t> in </a:t>
            </a:r>
            <a:r>
              <a:rPr lang="en-GB" sz="1300" dirty="0" err="1">
                <a:latin typeface="HSE Sans" panose="02000000000000000000" pitchFamily="2" charset="0"/>
              </a:rPr>
              <a:t>voluptate</a:t>
            </a:r>
            <a:r>
              <a:rPr lang="en-GB" sz="1300" dirty="0">
                <a:latin typeface="HSE Sans" panose="02000000000000000000" pitchFamily="2" charset="0"/>
              </a:rPr>
              <a:t> </a:t>
            </a:r>
            <a:r>
              <a:rPr lang="en-GB" sz="1300" dirty="0" err="1">
                <a:latin typeface="HSE Sans" panose="02000000000000000000" pitchFamily="2" charset="0"/>
              </a:rPr>
              <a:t>velit</a:t>
            </a:r>
            <a:r>
              <a:rPr lang="en-GB" sz="1300" dirty="0">
                <a:latin typeface="HSE Sans" panose="02000000000000000000" pitchFamily="2" charset="0"/>
              </a:rPr>
              <a:t> </a:t>
            </a:r>
            <a:r>
              <a:rPr lang="en-GB" sz="1300" dirty="0" err="1">
                <a:latin typeface="HSE Sans" panose="02000000000000000000" pitchFamily="2" charset="0"/>
              </a:rPr>
              <a:t>esse</a:t>
            </a:r>
            <a:r>
              <a:rPr lang="en-GB" sz="1300" dirty="0">
                <a:latin typeface="HSE Sans" panose="02000000000000000000" pitchFamily="2" charset="0"/>
              </a:rPr>
              <a:t> </a:t>
            </a:r>
            <a:r>
              <a:rPr lang="en-GB" sz="1300" dirty="0" err="1">
                <a:latin typeface="HSE Sans" panose="02000000000000000000" pitchFamily="2" charset="0"/>
              </a:rPr>
              <a:t>cillum</a:t>
            </a:r>
            <a:r>
              <a:rPr lang="en-GB" sz="1300" dirty="0">
                <a:latin typeface="HSE Sans" panose="02000000000000000000" pitchFamily="2" charset="0"/>
              </a:rPr>
              <a:t> dolore </a:t>
            </a:r>
            <a:r>
              <a:rPr lang="en-GB" sz="1300" dirty="0" err="1">
                <a:latin typeface="HSE Sans" panose="02000000000000000000" pitchFamily="2" charset="0"/>
              </a:rPr>
              <a:t>eu</a:t>
            </a:r>
            <a:r>
              <a:rPr lang="en-GB" sz="1300" dirty="0">
                <a:latin typeface="HSE Sans" panose="02000000000000000000" pitchFamily="2" charset="0"/>
              </a:rPr>
              <a:t> </a:t>
            </a:r>
            <a:r>
              <a:rPr lang="en-GB" sz="1300" dirty="0" err="1">
                <a:latin typeface="HSE Sans" panose="02000000000000000000" pitchFamily="2" charset="0"/>
              </a:rPr>
              <a:t>fugiat</a:t>
            </a:r>
            <a:r>
              <a:rPr lang="en-GB" sz="1300" dirty="0">
                <a:latin typeface="HSE Sans" panose="02000000000000000000" pitchFamily="2" charset="0"/>
              </a:rPr>
              <a:t> </a:t>
            </a:r>
            <a:r>
              <a:rPr lang="en-GB" sz="1300" dirty="0" err="1">
                <a:latin typeface="HSE Sans" panose="02000000000000000000" pitchFamily="2" charset="0"/>
              </a:rPr>
              <a:t>nulla</a:t>
            </a:r>
            <a:r>
              <a:rPr lang="en-GB" sz="1300" dirty="0">
                <a:latin typeface="HSE Sans" panose="02000000000000000000" pitchFamily="2" charset="0"/>
              </a:rPr>
              <a:t> </a:t>
            </a:r>
            <a:r>
              <a:rPr lang="en-GB" sz="1300" dirty="0" err="1">
                <a:latin typeface="HSE Sans" panose="02000000000000000000" pitchFamily="2" charset="0"/>
              </a:rPr>
              <a:t>pariatur</a:t>
            </a:r>
            <a:r>
              <a:rPr lang="en-GB" sz="1300" dirty="0">
                <a:latin typeface="HSE Sans" panose="02000000000000000000" pitchFamily="2" charset="0"/>
              </a:rPr>
              <a:t>. </a:t>
            </a:r>
            <a:r>
              <a:rPr lang="en-GB" sz="1300" dirty="0" err="1">
                <a:latin typeface="HSE Sans" panose="02000000000000000000" pitchFamily="2" charset="0"/>
              </a:rPr>
              <a:t>Excepteur</a:t>
            </a:r>
            <a:r>
              <a:rPr lang="en-GB" sz="1300" dirty="0">
                <a:latin typeface="HSE Sans" panose="02000000000000000000" pitchFamily="2" charset="0"/>
              </a:rPr>
              <a:t> </a:t>
            </a:r>
            <a:r>
              <a:rPr lang="en-GB" sz="1300" dirty="0" err="1">
                <a:latin typeface="HSE Sans" panose="02000000000000000000" pitchFamily="2" charset="0"/>
              </a:rPr>
              <a:t>sint</a:t>
            </a:r>
            <a:r>
              <a:rPr lang="en-GB" sz="1300" dirty="0">
                <a:latin typeface="HSE Sans" panose="02000000000000000000" pitchFamily="2" charset="0"/>
              </a:rPr>
              <a:t> </a:t>
            </a:r>
            <a:r>
              <a:rPr lang="en-GB" sz="1300" dirty="0" err="1">
                <a:latin typeface="HSE Sans" panose="02000000000000000000" pitchFamily="2" charset="0"/>
              </a:rPr>
              <a:t>occaecat</a:t>
            </a:r>
            <a:r>
              <a:rPr lang="en-GB" sz="1300" dirty="0">
                <a:latin typeface="HSE Sans" panose="02000000000000000000" pitchFamily="2" charset="0"/>
              </a:rPr>
              <a:t> </a:t>
            </a:r>
            <a:r>
              <a:rPr lang="en-GB" sz="1300" dirty="0" err="1">
                <a:latin typeface="HSE Sans" panose="02000000000000000000" pitchFamily="2" charset="0"/>
              </a:rPr>
              <a:t>cupidatat</a:t>
            </a:r>
            <a:r>
              <a:rPr lang="en-GB" sz="1300" dirty="0">
                <a:latin typeface="HSE Sans" panose="02000000000000000000" pitchFamily="2" charset="0"/>
              </a:rPr>
              <a:t> non </a:t>
            </a:r>
            <a:r>
              <a:rPr lang="en-GB" sz="1300" dirty="0" err="1">
                <a:latin typeface="HSE Sans" panose="02000000000000000000" pitchFamily="2" charset="0"/>
              </a:rPr>
              <a:t>proident</a:t>
            </a:r>
            <a:r>
              <a:rPr lang="en-GB" sz="1300" dirty="0">
                <a:latin typeface="HSE Sans" panose="02000000000000000000" pitchFamily="2" charset="0"/>
              </a:rPr>
              <a:t>, sunt in culpa qui </a:t>
            </a:r>
            <a:r>
              <a:rPr lang="en-GB" sz="1300" dirty="0" err="1">
                <a:latin typeface="HSE Sans" panose="02000000000000000000" pitchFamily="2" charset="0"/>
              </a:rPr>
              <a:t>officia</a:t>
            </a:r>
            <a:r>
              <a:rPr lang="en-GB" sz="1300" dirty="0">
                <a:latin typeface="HSE Sans" panose="02000000000000000000" pitchFamily="2" charset="0"/>
              </a:rPr>
              <a:t> </a:t>
            </a:r>
            <a:r>
              <a:rPr lang="en-GB" sz="1300" dirty="0" err="1">
                <a:latin typeface="HSE Sans" panose="02000000000000000000" pitchFamily="2" charset="0"/>
              </a:rPr>
              <a:t>deserunt</a:t>
            </a:r>
            <a:r>
              <a:rPr lang="en-GB" sz="1300" dirty="0">
                <a:latin typeface="HSE Sans" panose="02000000000000000000" pitchFamily="2" charset="0"/>
              </a:rPr>
              <a:t> </a:t>
            </a:r>
            <a:r>
              <a:rPr lang="en-GB" sz="1300" dirty="0" err="1">
                <a:latin typeface="HSE Sans" panose="02000000000000000000" pitchFamily="2" charset="0"/>
              </a:rPr>
              <a:t>mollit</a:t>
            </a:r>
            <a:r>
              <a:rPr lang="en-GB" sz="1300" dirty="0">
                <a:latin typeface="HSE Sans" panose="02000000000000000000" pitchFamily="2" charset="0"/>
              </a:rPr>
              <a:t> </a:t>
            </a:r>
            <a:r>
              <a:rPr lang="en-GB" sz="1300" dirty="0" err="1">
                <a:latin typeface="HSE Sans" panose="02000000000000000000" pitchFamily="2" charset="0"/>
              </a:rPr>
              <a:t>anim</a:t>
            </a:r>
            <a:r>
              <a:rPr lang="en-GB" sz="1300" dirty="0">
                <a:latin typeface="HSE Sans" panose="02000000000000000000" pitchFamily="2" charset="0"/>
              </a:rPr>
              <a:t> id </a:t>
            </a:r>
            <a:r>
              <a:rPr lang="en-GB" sz="1300" dirty="0" err="1">
                <a:latin typeface="HSE Sans" panose="02000000000000000000" pitchFamily="2" charset="0"/>
              </a:rPr>
              <a:t>est</a:t>
            </a:r>
            <a:r>
              <a:rPr lang="en-GB" sz="1300" dirty="0">
                <a:latin typeface="HSE Sans" panose="02000000000000000000" pitchFamily="2" charset="0"/>
              </a:rPr>
              <a:t> </a:t>
            </a:r>
            <a:r>
              <a:rPr lang="en-GB" sz="1300" dirty="0" err="1">
                <a:latin typeface="HSE Sans" panose="02000000000000000000" pitchFamily="2" charset="0"/>
              </a:rPr>
              <a:t>laborum</a:t>
            </a:r>
            <a:r>
              <a:rPr lang="en-GB" sz="1300" dirty="0">
                <a:latin typeface="HSE Sans" panose="02000000000000000000" pitchFamily="2" charset="0"/>
              </a:rPr>
              <a:t>.</a:t>
            </a:r>
            <a:endParaRPr lang="ru-RU" sz="1300" dirty="0">
              <a:latin typeface="HSE Sans" panose="02000000000000000000" pitchFamily="2" charset="0"/>
            </a:endParaRPr>
          </a:p>
        </p:txBody>
      </p:sp>
      <p:sp>
        <p:nvSpPr>
          <p:cNvPr id="16" name="Текст 37">
            <a:extLst>
              <a:ext uri="{FF2B5EF4-FFF2-40B4-BE49-F238E27FC236}">
                <a16:creationId xmlns:a16="http://schemas.microsoft.com/office/drawing/2014/main" id="{EB05FE86-9EEC-B64C-A6A4-0EF1E57F548F}"/>
              </a:ext>
            </a:extLst>
          </p:cNvPr>
          <p:cNvSpPr>
            <a:spLocks noGrp="1"/>
          </p:cNvSpPr>
          <p:nvPr>
            <p:ph type="body" sz="quarter" idx="13" hasCustomPrompt="1"/>
          </p:nvPr>
        </p:nvSpPr>
        <p:spPr>
          <a:xfrm>
            <a:off x="1143689" y="540904"/>
            <a:ext cx="1901825" cy="415925"/>
          </a:xfrm>
          <a:prstGeom prst="rect">
            <a:avLst/>
          </a:prstGeom>
        </p:spPr>
        <p:txBody>
          <a:bodyPr lIns="0" tIns="0" rIns="0" bIns="0">
            <a:noAutofit/>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sz="1000" b="0" i="0">
                <a:latin typeface="HSE Sans" panose="02000000000000000000" pitchFamily="2" charset="0"/>
              </a:defRPr>
            </a:lvl1pPr>
            <a:lvl2pPr marL="457200" indent="0">
              <a:lnSpc>
                <a:spcPct val="100000"/>
              </a:lnSpc>
              <a:buNone/>
              <a:defRPr sz="1000" b="0" i="0">
                <a:latin typeface="HSE Sans" panose="02000000000000000000" pitchFamily="2" charset="0"/>
              </a:defRPr>
            </a:lvl2pPr>
            <a:lvl3pPr marL="914400" indent="0">
              <a:lnSpc>
                <a:spcPct val="100000"/>
              </a:lnSpc>
              <a:buNone/>
              <a:defRPr sz="1000" b="0" i="0">
                <a:latin typeface="HSE Sans" panose="02000000000000000000" pitchFamily="2" charset="0"/>
              </a:defRPr>
            </a:lvl3pPr>
            <a:lvl4pPr marL="1371600" indent="0">
              <a:lnSpc>
                <a:spcPct val="100000"/>
              </a:lnSpc>
              <a:buNone/>
              <a:defRPr sz="1000" b="0" i="0">
                <a:latin typeface="HSE Sans" panose="02000000000000000000" pitchFamily="2" charset="0"/>
              </a:defRPr>
            </a:lvl4pPr>
            <a:lvl5pPr marL="1828800" indent="0">
              <a:lnSpc>
                <a:spcPct val="100000"/>
              </a:lnSpc>
              <a:buNone/>
              <a:defRPr sz="1000" b="0" i="0">
                <a:latin typeface="HSE Sans" panose="02000000000000000000" pitchFamily="2" charset="0"/>
              </a:defRPr>
            </a:lvl5pPr>
          </a:lstStyle>
          <a:p>
            <a:r>
              <a:rPr lang="en-US" sz="1000" dirty="0">
                <a:latin typeface="HSE Sans" panose="02000000000000000000" pitchFamily="2" charset="0"/>
              </a:rPr>
              <a:t>Name of subdivisions in two or three lines </a:t>
            </a:r>
            <a:r>
              <a:rPr lang="en-GB" sz="1000" dirty="0">
                <a:latin typeface="HSE Sans" panose="02000000000000000000" pitchFamily="2" charset="0"/>
              </a:rPr>
              <a:t>(10 </a:t>
            </a:r>
            <a:r>
              <a:rPr lang="en-GB" sz="1000" dirty="0" err="1">
                <a:latin typeface="HSE Sans" panose="02000000000000000000" pitchFamily="2" charset="0"/>
              </a:rPr>
              <a:t>pt</a:t>
            </a:r>
            <a:r>
              <a:rPr lang="en-GB" sz="1000" dirty="0">
                <a:latin typeface="HSE Sans" panose="02000000000000000000" pitchFamily="2" charset="0"/>
              </a:rPr>
              <a:t>)</a:t>
            </a:r>
            <a:endParaRPr lang="ru-RU" sz="1000" dirty="0">
              <a:latin typeface="HSE Sans" panose="02000000000000000000" pitchFamily="2" charset="0"/>
            </a:endParaRPr>
          </a:p>
        </p:txBody>
      </p:sp>
      <p:sp>
        <p:nvSpPr>
          <p:cNvPr id="18" name="Текст 39">
            <a:extLst>
              <a:ext uri="{FF2B5EF4-FFF2-40B4-BE49-F238E27FC236}">
                <a16:creationId xmlns:a16="http://schemas.microsoft.com/office/drawing/2014/main" id="{897B1CBC-D3E1-5F42-9E46-5C5D5982A1A4}"/>
              </a:ext>
            </a:extLst>
          </p:cNvPr>
          <p:cNvSpPr>
            <a:spLocks noGrp="1"/>
          </p:cNvSpPr>
          <p:nvPr>
            <p:ph type="body" sz="quarter" idx="14" hasCustomPrompt="1"/>
          </p:nvPr>
        </p:nvSpPr>
        <p:spPr>
          <a:xfrm>
            <a:off x="3459163" y="548720"/>
            <a:ext cx="2070100" cy="408109"/>
          </a:xfrm>
          <a:prstGeom prst="rect">
            <a:avLst/>
          </a:prstGeom>
        </p:spPr>
        <p:txBody>
          <a:bodyPr lIns="0" tIns="0" rIns="0" bIns="0">
            <a:noAutofit/>
          </a:bodyPr>
          <a:lstStyle>
            <a:lvl1pPr marL="0" indent="0">
              <a:lnSpc>
                <a:spcPct val="100000"/>
              </a:lnSpc>
              <a:spcBef>
                <a:spcPts val="0"/>
              </a:spcBef>
              <a:buNone/>
              <a:defRPr sz="1000" b="0" i="0">
                <a:solidFill>
                  <a:srgbClr val="0E2D69"/>
                </a:solidFill>
                <a:latin typeface="HSE Sans" panose="02000000000000000000" pitchFamily="2" charset="0"/>
              </a:defRPr>
            </a:lvl1pPr>
            <a:lvl2pPr marL="457200" indent="0">
              <a:buNone/>
              <a:defRPr sz="1000" b="0" i="0">
                <a:solidFill>
                  <a:srgbClr val="0E2D69"/>
                </a:solidFill>
                <a:latin typeface="HSE Sans" panose="02000000000000000000" pitchFamily="2" charset="0"/>
              </a:defRPr>
            </a:lvl2pPr>
            <a:lvl3pPr marL="914400" indent="0">
              <a:buNone/>
              <a:defRPr sz="1000" b="0" i="0">
                <a:solidFill>
                  <a:srgbClr val="0E2D69"/>
                </a:solidFill>
                <a:latin typeface="HSE Sans" panose="02000000000000000000" pitchFamily="2" charset="0"/>
              </a:defRPr>
            </a:lvl3pPr>
            <a:lvl4pPr marL="1371600" indent="0">
              <a:buNone/>
              <a:defRPr sz="1000" b="0" i="0">
                <a:solidFill>
                  <a:srgbClr val="0E2D69"/>
                </a:solidFill>
                <a:latin typeface="HSE Sans" panose="02000000000000000000" pitchFamily="2" charset="0"/>
              </a:defRPr>
            </a:lvl4pPr>
            <a:lvl5pPr marL="1828800" indent="0">
              <a:buNone/>
              <a:defRPr sz="1000" b="0" i="0">
                <a:solidFill>
                  <a:srgbClr val="0E2D69"/>
                </a:solidFill>
                <a:latin typeface="HSE Sans" panose="02000000000000000000" pitchFamily="2" charset="0"/>
              </a:defRPr>
            </a:lvl5pPr>
          </a:lstStyle>
          <a:p>
            <a:r>
              <a:rPr lang="en-GB" sz="1000" dirty="0">
                <a:latin typeface="HSE Sans" panose="02000000000000000000" pitchFamily="2" charset="0"/>
              </a:rPr>
              <a:t>Name of presentation can be provided in two or three lines (10 </a:t>
            </a:r>
            <a:r>
              <a:rPr lang="en-GB" sz="1000" dirty="0" err="1">
                <a:latin typeface="HSE Sans" panose="02000000000000000000" pitchFamily="2" charset="0"/>
              </a:rPr>
              <a:t>pt</a:t>
            </a:r>
            <a:r>
              <a:rPr lang="en-GB" sz="1000" dirty="0">
                <a:latin typeface="HSE Sans" panose="02000000000000000000" pitchFamily="2" charset="0"/>
              </a:rPr>
              <a:t>)</a:t>
            </a:r>
            <a:endParaRPr lang="ru-RU" sz="1000" dirty="0">
              <a:latin typeface="HSE Sans" panose="02000000000000000000" pitchFamily="2" charset="0"/>
            </a:endParaRPr>
          </a:p>
        </p:txBody>
      </p:sp>
      <p:sp>
        <p:nvSpPr>
          <p:cNvPr id="19" name="Текст 39">
            <a:extLst>
              <a:ext uri="{FF2B5EF4-FFF2-40B4-BE49-F238E27FC236}">
                <a16:creationId xmlns:a16="http://schemas.microsoft.com/office/drawing/2014/main" id="{364269E6-245A-D54E-A8AD-14E29A03FAC1}"/>
              </a:ext>
            </a:extLst>
          </p:cNvPr>
          <p:cNvSpPr>
            <a:spLocks noGrp="1"/>
          </p:cNvSpPr>
          <p:nvPr>
            <p:ph type="body" sz="quarter" idx="15" hasCustomPrompt="1"/>
          </p:nvPr>
        </p:nvSpPr>
        <p:spPr>
          <a:xfrm>
            <a:off x="6259892" y="548720"/>
            <a:ext cx="2070100" cy="408109"/>
          </a:xfrm>
          <a:prstGeom prst="rect">
            <a:avLst/>
          </a:prstGeom>
        </p:spPr>
        <p:txBody>
          <a:bodyPr lIns="0" tIns="0" rIns="0" bIns="0">
            <a:noAutofit/>
          </a:bodyPr>
          <a:lstStyle>
            <a:lvl1pPr marL="0" indent="0">
              <a:lnSpc>
                <a:spcPct val="100000"/>
              </a:lnSpc>
              <a:spcBef>
                <a:spcPts val="0"/>
              </a:spcBef>
              <a:buNone/>
              <a:defRPr sz="1000" b="0" i="0">
                <a:solidFill>
                  <a:srgbClr val="0E2D69"/>
                </a:solidFill>
                <a:latin typeface="HSE Sans" panose="02000000000000000000" pitchFamily="2" charset="0"/>
              </a:defRPr>
            </a:lvl1pPr>
            <a:lvl2pPr marL="457200" indent="0">
              <a:buNone/>
              <a:defRPr sz="1000" b="0" i="0">
                <a:solidFill>
                  <a:srgbClr val="0E2D69"/>
                </a:solidFill>
                <a:latin typeface="HSE Sans" panose="02000000000000000000" pitchFamily="2" charset="0"/>
              </a:defRPr>
            </a:lvl2pPr>
            <a:lvl3pPr marL="914400" indent="0">
              <a:buNone/>
              <a:defRPr sz="1000" b="0" i="0">
                <a:solidFill>
                  <a:srgbClr val="0E2D69"/>
                </a:solidFill>
                <a:latin typeface="HSE Sans" panose="02000000000000000000" pitchFamily="2" charset="0"/>
              </a:defRPr>
            </a:lvl3pPr>
            <a:lvl4pPr marL="1371600" indent="0">
              <a:buNone/>
              <a:defRPr sz="1000" b="0" i="0">
                <a:solidFill>
                  <a:srgbClr val="0E2D69"/>
                </a:solidFill>
                <a:latin typeface="HSE Sans" panose="02000000000000000000" pitchFamily="2" charset="0"/>
              </a:defRPr>
            </a:lvl4pPr>
            <a:lvl5pPr marL="1828800" indent="0">
              <a:buNone/>
              <a:defRPr sz="1000" b="0" i="0">
                <a:solidFill>
                  <a:srgbClr val="0E2D69"/>
                </a:solidFill>
                <a:latin typeface="HSE Sans" panose="02000000000000000000" pitchFamily="2" charset="0"/>
              </a:defRPr>
            </a:lvl5pPr>
          </a:lstStyle>
          <a:p>
            <a:r>
              <a:rPr lang="en-GB" sz="1000" dirty="0">
                <a:latin typeface="HSE Sans" panose="02000000000000000000" pitchFamily="2" charset="0"/>
              </a:rPr>
              <a:t>Name of presentation can be provided in two or three lines (10 </a:t>
            </a:r>
            <a:r>
              <a:rPr lang="en-GB" sz="1000" dirty="0" err="1">
                <a:latin typeface="HSE Sans" panose="02000000000000000000" pitchFamily="2" charset="0"/>
              </a:rPr>
              <a:t>pt</a:t>
            </a:r>
            <a:r>
              <a:rPr lang="en-GB" sz="1000" dirty="0">
                <a:latin typeface="HSE Sans" panose="02000000000000000000" pitchFamily="2" charset="0"/>
              </a:rPr>
              <a:t>)</a:t>
            </a:r>
            <a:endParaRPr lang="ru-RU" sz="1000" dirty="0">
              <a:latin typeface="HSE Sans" panose="02000000000000000000" pitchFamily="2" charset="0"/>
            </a:endParaRPr>
          </a:p>
        </p:txBody>
      </p:sp>
    </p:spTree>
    <p:extLst>
      <p:ext uri="{BB962C8B-B14F-4D97-AF65-F5344CB8AC3E}">
        <p14:creationId xmlns:p14="http://schemas.microsoft.com/office/powerpoint/2010/main" val="764889845"/>
      </p:ext>
    </p:extLst>
  </p:cSld>
  <p:clrMapOvr>
    <a:masterClrMapping/>
  </p:clrMapOvr>
  <mc:AlternateContent xmlns:mc="http://schemas.openxmlformats.org/markup-compatibility/2006">
    <mc:Choice xmlns:p14="http://schemas.microsoft.com/office/powerpoint/2010/main" Requires="p14">
      <p:transition p14:dur="10" advClick="0" advTm="30000"/>
    </mc:Choice>
    <mc:Fallback>
      <p:transition advClick="0" advTm="30000"/>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Цифры">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6" name="Picture 4" descr="Icon&#10;&#10;Description automatically generated">
            <a:extLst>
              <a:ext uri="{FF2B5EF4-FFF2-40B4-BE49-F238E27FC236}">
                <a16:creationId xmlns:a16="http://schemas.microsoft.com/office/drawing/2014/main" id="{E9A64721-E55E-8749-B29E-51DD8955936F}"/>
              </a:ext>
            </a:extLst>
          </p:cNvPr>
          <p:cNvPicPr>
            <a:picLocks noChangeAspect="1"/>
          </p:cNvPicPr>
          <p:nvPr userDrawn="1"/>
        </p:nvPicPr>
        <p:blipFill>
          <a:blip r:embed="rId3"/>
          <a:stretch>
            <a:fillRect/>
          </a:stretch>
        </p:blipFill>
        <p:spPr>
          <a:xfrm>
            <a:off x="517199" y="464363"/>
            <a:ext cx="448276" cy="448276"/>
          </a:xfrm>
          <a:prstGeom prst="rect">
            <a:avLst/>
          </a:prstGeom>
        </p:spPr>
      </p:pic>
      <p:cxnSp>
        <p:nvCxnSpPr>
          <p:cNvPr id="7" name="Straight Connector 19">
            <a:extLst>
              <a:ext uri="{FF2B5EF4-FFF2-40B4-BE49-F238E27FC236}">
                <a16:creationId xmlns:a16="http://schemas.microsoft.com/office/drawing/2014/main" id="{B0C162B7-B84F-874A-960E-31F512518C6E}"/>
              </a:ext>
            </a:extLst>
          </p:cNvPr>
          <p:cNvCxnSpPr>
            <a:cxnSpLocks/>
          </p:cNvCxnSpPr>
          <p:nvPr userDrawn="1"/>
        </p:nvCxnSpPr>
        <p:spPr>
          <a:xfrm>
            <a:off x="3298686"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cxnSp>
        <p:nvCxnSpPr>
          <p:cNvPr id="8" name="Straight Connector 21">
            <a:extLst>
              <a:ext uri="{FF2B5EF4-FFF2-40B4-BE49-F238E27FC236}">
                <a16:creationId xmlns:a16="http://schemas.microsoft.com/office/drawing/2014/main" id="{1CB321BB-9FE3-294F-85D8-AA7DC75CA4AF}"/>
              </a:ext>
            </a:extLst>
          </p:cNvPr>
          <p:cNvCxnSpPr>
            <a:cxnSpLocks/>
          </p:cNvCxnSpPr>
          <p:nvPr userDrawn="1"/>
        </p:nvCxnSpPr>
        <p:spPr>
          <a:xfrm>
            <a:off x="6099416"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cxnSp>
        <p:nvCxnSpPr>
          <p:cNvPr id="9" name="Straight Connector 25">
            <a:extLst>
              <a:ext uri="{FF2B5EF4-FFF2-40B4-BE49-F238E27FC236}">
                <a16:creationId xmlns:a16="http://schemas.microsoft.com/office/drawing/2014/main" id="{0A610A45-8712-8A45-AFB3-931CF468EC32}"/>
              </a:ext>
            </a:extLst>
          </p:cNvPr>
          <p:cNvCxnSpPr>
            <a:cxnSpLocks/>
          </p:cNvCxnSpPr>
          <p:nvPr userDrawn="1"/>
        </p:nvCxnSpPr>
        <p:spPr>
          <a:xfrm>
            <a:off x="10277081"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30460EF6-ECAD-8941-8132-1B3E005D6067}"/>
              </a:ext>
            </a:extLst>
          </p:cNvPr>
          <p:cNvSpPr txBox="1"/>
          <p:nvPr userDrawn="1"/>
        </p:nvSpPr>
        <p:spPr>
          <a:xfrm>
            <a:off x="10410201" y="532278"/>
            <a:ext cx="671977" cy="307777"/>
          </a:xfrm>
          <a:prstGeom prst="rect">
            <a:avLst/>
          </a:prstGeom>
          <a:noFill/>
        </p:spPr>
        <p:txBody>
          <a:bodyPr wrap="square" lIns="0" tIns="0" rIns="0" bIns="0" rtlCol="0">
            <a:spAutoFit/>
          </a:bodyPr>
          <a:lstStyle/>
          <a:p>
            <a:fld id="{32AF94B5-93D7-5247-B727-C7089232F508}" type="slidenum">
              <a:rPr lang="ru-RU" sz="2000" smtClean="0">
                <a:solidFill>
                  <a:srgbClr val="102D69"/>
                </a:solidFill>
                <a:latin typeface="HSE Sans" panose="02000000000000000000" pitchFamily="2" charset="0"/>
              </a:rPr>
              <a:t>‹#›</a:t>
            </a:fld>
            <a:endParaRPr lang="ru-RU" sz="2000" dirty="0">
              <a:solidFill>
                <a:srgbClr val="102D69"/>
              </a:solidFill>
              <a:latin typeface="HSE Sans" panose="02000000000000000000" pitchFamily="2" charset="0"/>
            </a:endParaRPr>
          </a:p>
        </p:txBody>
      </p:sp>
      <p:cxnSp>
        <p:nvCxnSpPr>
          <p:cNvPr id="11" name="Straight Connector 59">
            <a:extLst>
              <a:ext uri="{FF2B5EF4-FFF2-40B4-BE49-F238E27FC236}">
                <a16:creationId xmlns:a16="http://schemas.microsoft.com/office/drawing/2014/main" id="{41AE56A2-5FAA-FD44-AE1A-338E1E304184}"/>
              </a:ext>
            </a:extLst>
          </p:cNvPr>
          <p:cNvCxnSpPr>
            <a:cxnSpLocks/>
          </p:cNvCxnSpPr>
          <p:nvPr userDrawn="1"/>
        </p:nvCxnSpPr>
        <p:spPr>
          <a:xfrm>
            <a:off x="11643868"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sp>
        <p:nvSpPr>
          <p:cNvPr id="17" name="Заголовок 31">
            <a:extLst>
              <a:ext uri="{FF2B5EF4-FFF2-40B4-BE49-F238E27FC236}">
                <a16:creationId xmlns:a16="http://schemas.microsoft.com/office/drawing/2014/main" id="{3B28B62E-5EE9-834C-9BB6-BD66079B8164}"/>
              </a:ext>
            </a:extLst>
          </p:cNvPr>
          <p:cNvSpPr>
            <a:spLocks noGrp="1"/>
          </p:cNvSpPr>
          <p:nvPr>
            <p:ph type="title" hasCustomPrompt="1"/>
          </p:nvPr>
        </p:nvSpPr>
        <p:spPr>
          <a:xfrm>
            <a:off x="585897" y="1447790"/>
            <a:ext cx="11057955" cy="777025"/>
          </a:xfrm>
          <a:prstGeom prst="rect">
            <a:avLst/>
          </a:prstGeom>
        </p:spPr>
        <p:txBody>
          <a:bodyPr lIns="0" tIns="0" rIns="0" bIns="0" anchor="t">
            <a:normAutofit/>
          </a:bodyPr>
          <a:lstStyle>
            <a:lvl1pPr>
              <a:lnSpc>
                <a:spcPct val="100000"/>
              </a:lnSpc>
              <a:defRPr sz="2400" b="0" i="0">
                <a:latin typeface="HSE Sans" panose="02000000000000000000" pitchFamily="2" charset="0"/>
              </a:defRPr>
            </a:lvl1pPr>
          </a:lstStyle>
          <a:p>
            <a:r>
              <a:rPr lang="en-US" sz="2400" dirty="0">
                <a:solidFill>
                  <a:srgbClr val="102D69"/>
                </a:solidFill>
                <a:latin typeface="HSE Sans" panose="02000000000000000000" pitchFamily="2" charset="0"/>
              </a:rPr>
              <a:t>Headline may have two or three lines (24 </a:t>
            </a:r>
            <a:r>
              <a:rPr lang="en-US" sz="2400" dirty="0" err="1">
                <a:solidFill>
                  <a:srgbClr val="102D69"/>
                </a:solidFill>
                <a:latin typeface="HSE Sans" panose="02000000000000000000" pitchFamily="2" charset="0"/>
              </a:rPr>
              <a:t>pt</a:t>
            </a:r>
            <a:r>
              <a:rPr lang="en-US" sz="2400" dirty="0">
                <a:solidFill>
                  <a:srgbClr val="102D69"/>
                </a:solidFill>
                <a:latin typeface="HSE Sans" panose="02000000000000000000" pitchFamily="2" charset="0"/>
              </a:rPr>
              <a:t>)</a:t>
            </a:r>
            <a:endParaRPr lang="ru-RU" sz="2400" dirty="0">
              <a:solidFill>
                <a:srgbClr val="102D69"/>
              </a:solidFill>
              <a:latin typeface="HSE Sans" panose="02000000000000000000" pitchFamily="2" charset="0"/>
            </a:endParaRPr>
          </a:p>
        </p:txBody>
      </p:sp>
      <p:sp>
        <p:nvSpPr>
          <p:cNvPr id="24" name="Текст 35">
            <a:extLst>
              <a:ext uri="{FF2B5EF4-FFF2-40B4-BE49-F238E27FC236}">
                <a16:creationId xmlns:a16="http://schemas.microsoft.com/office/drawing/2014/main" id="{621215DE-C1FD-2B4C-B236-AF679CF906BE}"/>
              </a:ext>
            </a:extLst>
          </p:cNvPr>
          <p:cNvSpPr>
            <a:spLocks noGrp="1"/>
          </p:cNvSpPr>
          <p:nvPr>
            <p:ph type="body" sz="quarter" idx="12" hasCustomPrompt="1"/>
          </p:nvPr>
        </p:nvSpPr>
        <p:spPr>
          <a:xfrm>
            <a:off x="575076" y="4103994"/>
            <a:ext cx="2758143" cy="1569661"/>
          </a:xfrm>
          <a:prstGeom prst="rect">
            <a:avLst/>
          </a:prstGeom>
        </p:spPr>
        <p:txBody>
          <a:bodyPr lIns="0" tIns="0" rIns="0">
            <a:normAutofit/>
          </a:bodyPr>
          <a:lstStyle>
            <a:lvl1pPr marL="0" marR="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sz="1300" b="0" i="0">
                <a:solidFill>
                  <a:srgbClr val="0E2D69"/>
                </a:solidFill>
                <a:latin typeface="HSE Sans" panose="02000000000000000000" pitchFamily="2" charset="0"/>
              </a:defRPr>
            </a:lvl1pPr>
            <a:lvl2pPr marL="4572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2pPr>
            <a:lvl3pPr marL="9144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3pPr>
            <a:lvl4pPr marL="13716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4pPr>
            <a:lvl5pPr marL="18288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5pPr>
          </a:lstStyle>
          <a:p>
            <a:r>
              <a:rPr lang="en-US" sz="1300" dirty="0">
                <a:latin typeface="HSE Sans" panose="02000000000000000000" pitchFamily="2" charset="0"/>
              </a:rPr>
              <a:t>If you don’t have too much data, don’t worry. Provide several large figures with concise information explaining the figures. This can help you to present your data correctly and with some style.</a:t>
            </a:r>
            <a:endParaRPr lang="ru-RU" sz="1300" dirty="0">
              <a:latin typeface="HSE Sans" panose="02000000000000000000" pitchFamily="2" charset="0"/>
            </a:endParaRPr>
          </a:p>
        </p:txBody>
      </p:sp>
      <p:sp>
        <p:nvSpPr>
          <p:cNvPr id="25" name="Текст 35">
            <a:extLst>
              <a:ext uri="{FF2B5EF4-FFF2-40B4-BE49-F238E27FC236}">
                <a16:creationId xmlns:a16="http://schemas.microsoft.com/office/drawing/2014/main" id="{8BC2F90D-0CE0-574C-A7C1-EAA3E6F1AB56}"/>
              </a:ext>
            </a:extLst>
          </p:cNvPr>
          <p:cNvSpPr>
            <a:spLocks noGrp="1"/>
          </p:cNvSpPr>
          <p:nvPr>
            <p:ph type="body" sz="quarter" idx="16" hasCustomPrompt="1"/>
          </p:nvPr>
        </p:nvSpPr>
        <p:spPr>
          <a:xfrm>
            <a:off x="4047007" y="4103994"/>
            <a:ext cx="2757612" cy="1569661"/>
          </a:xfrm>
          <a:prstGeom prst="rect">
            <a:avLst/>
          </a:prstGeom>
        </p:spPr>
        <p:txBody>
          <a:bodyPr lIns="0" tIns="0" rIns="0">
            <a:normAutofit/>
          </a:bodyPr>
          <a:lstStyle>
            <a:lvl1pPr marL="0" marR="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sz="1300" b="0" i="0">
                <a:solidFill>
                  <a:srgbClr val="0E2D69"/>
                </a:solidFill>
                <a:latin typeface="HSE Sans" panose="02000000000000000000" pitchFamily="2" charset="0"/>
              </a:defRPr>
            </a:lvl1pPr>
            <a:lvl2pPr marL="4572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2pPr>
            <a:lvl3pPr marL="9144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3pPr>
            <a:lvl4pPr marL="13716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4pPr>
            <a:lvl5pPr marL="18288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5pPr>
          </a:lstStyle>
          <a:p>
            <a:r>
              <a:rPr lang="en-US" sz="1300" dirty="0">
                <a:latin typeface="HSE Sans" panose="02000000000000000000" pitchFamily="2" charset="0"/>
              </a:rPr>
              <a:t>If you don’t have too much data, don’t worry. Provide several large figures with concise information explaining the figures. This can help you to present your data correctly and with some style.</a:t>
            </a:r>
            <a:endParaRPr lang="ru-RU" sz="1300" dirty="0">
              <a:latin typeface="HSE Sans" panose="02000000000000000000" pitchFamily="2" charset="0"/>
            </a:endParaRPr>
          </a:p>
        </p:txBody>
      </p:sp>
      <p:sp>
        <p:nvSpPr>
          <p:cNvPr id="26" name="Текст 35">
            <a:extLst>
              <a:ext uri="{FF2B5EF4-FFF2-40B4-BE49-F238E27FC236}">
                <a16:creationId xmlns:a16="http://schemas.microsoft.com/office/drawing/2014/main" id="{239E188B-2696-8A48-9F8A-36223EEF61E9}"/>
              </a:ext>
            </a:extLst>
          </p:cNvPr>
          <p:cNvSpPr>
            <a:spLocks noGrp="1"/>
          </p:cNvSpPr>
          <p:nvPr>
            <p:ph type="body" sz="quarter" idx="17" hasCustomPrompt="1"/>
          </p:nvPr>
        </p:nvSpPr>
        <p:spPr>
          <a:xfrm>
            <a:off x="7518938" y="4103994"/>
            <a:ext cx="2757612" cy="1569661"/>
          </a:xfrm>
          <a:prstGeom prst="rect">
            <a:avLst/>
          </a:prstGeom>
        </p:spPr>
        <p:txBody>
          <a:bodyPr lIns="0" tIns="0" rIns="0">
            <a:normAutofit/>
          </a:bodyPr>
          <a:lstStyle>
            <a:lvl1pPr marL="0" marR="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sz="1300" b="0" i="0">
                <a:solidFill>
                  <a:srgbClr val="0E2D69"/>
                </a:solidFill>
                <a:latin typeface="HSE Sans" panose="02000000000000000000" pitchFamily="2" charset="0"/>
              </a:defRPr>
            </a:lvl1pPr>
            <a:lvl2pPr marL="4572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2pPr>
            <a:lvl3pPr marL="9144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3pPr>
            <a:lvl4pPr marL="13716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4pPr>
            <a:lvl5pPr marL="18288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5pPr>
          </a:lstStyle>
          <a:p>
            <a:r>
              <a:rPr lang="en-US" sz="1300" dirty="0">
                <a:latin typeface="HSE Sans" panose="02000000000000000000" pitchFamily="2" charset="0"/>
              </a:rPr>
              <a:t>If you don’t have too much data, don’t worry. Provide several large figures with concise information explaining the figures. This can help you to present your data correctly and with some style.</a:t>
            </a:r>
            <a:endParaRPr lang="ru-RU" sz="1300" dirty="0">
              <a:latin typeface="HSE Sans" panose="02000000000000000000" pitchFamily="2" charset="0"/>
            </a:endParaRPr>
          </a:p>
        </p:txBody>
      </p:sp>
      <p:sp>
        <p:nvSpPr>
          <p:cNvPr id="28" name="Текст 27">
            <a:extLst>
              <a:ext uri="{FF2B5EF4-FFF2-40B4-BE49-F238E27FC236}">
                <a16:creationId xmlns:a16="http://schemas.microsoft.com/office/drawing/2014/main" id="{379BF4C6-F899-294C-B88E-8363AFBEEC2A}"/>
              </a:ext>
            </a:extLst>
          </p:cNvPr>
          <p:cNvSpPr>
            <a:spLocks noGrp="1"/>
          </p:cNvSpPr>
          <p:nvPr>
            <p:ph type="body" sz="quarter" idx="18" hasCustomPrompt="1"/>
          </p:nvPr>
        </p:nvSpPr>
        <p:spPr>
          <a:xfrm>
            <a:off x="575076" y="2710235"/>
            <a:ext cx="2758143" cy="1164116"/>
          </a:xfrm>
          <a:prstGeom prst="rect">
            <a:avLst/>
          </a:prstGeom>
        </p:spPr>
        <p:txBody>
          <a:bodyPr lIns="0" tIns="0" rIns="0" bIns="0">
            <a:noAutofit/>
          </a:bodyPr>
          <a:lstStyle>
            <a:lvl1pPr marL="0" indent="0">
              <a:buNone/>
              <a:defRPr sz="9600">
                <a:latin typeface="HSE Sans" panose="02000000000000000000" pitchFamily="2" charset="0"/>
              </a:defRPr>
            </a:lvl1pPr>
            <a:lvl2pPr>
              <a:defRPr sz="9600">
                <a:latin typeface="HSE Sans" panose="02000000000000000000" pitchFamily="2" charset="0"/>
              </a:defRPr>
            </a:lvl2pPr>
            <a:lvl3pPr>
              <a:defRPr sz="9600">
                <a:latin typeface="HSE Sans" panose="02000000000000000000" pitchFamily="2" charset="0"/>
              </a:defRPr>
            </a:lvl3pPr>
            <a:lvl4pPr>
              <a:defRPr sz="9600">
                <a:latin typeface="HSE Sans" panose="02000000000000000000" pitchFamily="2" charset="0"/>
              </a:defRPr>
            </a:lvl4pPr>
            <a:lvl5pPr>
              <a:defRPr sz="9600">
                <a:latin typeface="HSE Sans" panose="02000000000000000000" pitchFamily="2" charset="0"/>
              </a:defRPr>
            </a:lvl5pPr>
          </a:lstStyle>
          <a:p>
            <a:pPr lvl="0"/>
            <a:r>
              <a:rPr lang="ru-RU" sz="9600" dirty="0">
                <a:solidFill>
                  <a:srgbClr val="102D69"/>
                </a:solidFill>
                <a:latin typeface="HSE Sans" panose="02000000000000000000" pitchFamily="2" charset="0"/>
              </a:rPr>
              <a:t>152</a:t>
            </a:r>
            <a:endParaRPr lang="ru-RU" dirty="0"/>
          </a:p>
        </p:txBody>
      </p:sp>
      <p:sp>
        <p:nvSpPr>
          <p:cNvPr id="29" name="Текст 27">
            <a:extLst>
              <a:ext uri="{FF2B5EF4-FFF2-40B4-BE49-F238E27FC236}">
                <a16:creationId xmlns:a16="http://schemas.microsoft.com/office/drawing/2014/main" id="{DE7F352B-F6D9-B545-A835-443A55956E74}"/>
              </a:ext>
            </a:extLst>
          </p:cNvPr>
          <p:cNvSpPr>
            <a:spLocks noGrp="1"/>
          </p:cNvSpPr>
          <p:nvPr>
            <p:ph type="body" sz="quarter" idx="19" hasCustomPrompt="1"/>
          </p:nvPr>
        </p:nvSpPr>
        <p:spPr>
          <a:xfrm>
            <a:off x="4047007" y="2710235"/>
            <a:ext cx="2758143" cy="1164116"/>
          </a:xfrm>
          <a:prstGeom prst="rect">
            <a:avLst/>
          </a:prstGeom>
        </p:spPr>
        <p:txBody>
          <a:bodyPr lIns="0" tIns="0" rIns="0" bIns="0">
            <a:noAutofit/>
          </a:bodyPr>
          <a:lstStyle>
            <a:lvl1pPr marL="0" indent="0">
              <a:buNone/>
              <a:defRPr sz="9600">
                <a:latin typeface="HSE Sans" panose="02000000000000000000" pitchFamily="2" charset="0"/>
              </a:defRPr>
            </a:lvl1pPr>
            <a:lvl2pPr>
              <a:defRPr sz="9600">
                <a:latin typeface="HSE Sans" panose="02000000000000000000" pitchFamily="2" charset="0"/>
              </a:defRPr>
            </a:lvl2pPr>
            <a:lvl3pPr>
              <a:defRPr sz="9600">
                <a:latin typeface="HSE Sans" panose="02000000000000000000" pitchFamily="2" charset="0"/>
              </a:defRPr>
            </a:lvl3pPr>
            <a:lvl4pPr>
              <a:defRPr sz="9600">
                <a:latin typeface="HSE Sans" panose="02000000000000000000" pitchFamily="2" charset="0"/>
              </a:defRPr>
            </a:lvl4pPr>
            <a:lvl5pPr>
              <a:defRPr sz="9600">
                <a:latin typeface="HSE Sans" panose="02000000000000000000" pitchFamily="2" charset="0"/>
              </a:defRPr>
            </a:lvl5pPr>
          </a:lstStyle>
          <a:p>
            <a:pPr lvl="0"/>
            <a:r>
              <a:rPr lang="ru-RU" sz="9600" dirty="0">
                <a:solidFill>
                  <a:srgbClr val="102D69"/>
                </a:solidFill>
                <a:latin typeface="HSE Sans" panose="02000000000000000000" pitchFamily="2" charset="0"/>
              </a:rPr>
              <a:t>95</a:t>
            </a:r>
            <a:endParaRPr lang="ru-RU" dirty="0"/>
          </a:p>
        </p:txBody>
      </p:sp>
      <p:sp>
        <p:nvSpPr>
          <p:cNvPr id="30" name="Текст 27">
            <a:extLst>
              <a:ext uri="{FF2B5EF4-FFF2-40B4-BE49-F238E27FC236}">
                <a16:creationId xmlns:a16="http://schemas.microsoft.com/office/drawing/2014/main" id="{D1D5AF9F-C1B0-7842-8789-1DB8963D981B}"/>
              </a:ext>
            </a:extLst>
          </p:cNvPr>
          <p:cNvSpPr>
            <a:spLocks noGrp="1"/>
          </p:cNvSpPr>
          <p:nvPr>
            <p:ph type="body" sz="quarter" idx="20" hasCustomPrompt="1"/>
          </p:nvPr>
        </p:nvSpPr>
        <p:spPr>
          <a:xfrm>
            <a:off x="7518938" y="2710235"/>
            <a:ext cx="2758143" cy="1164116"/>
          </a:xfrm>
          <a:prstGeom prst="rect">
            <a:avLst/>
          </a:prstGeom>
        </p:spPr>
        <p:txBody>
          <a:bodyPr lIns="0" tIns="0" rIns="0" bIns="0">
            <a:noAutofit/>
          </a:bodyPr>
          <a:lstStyle>
            <a:lvl1pPr marL="0" indent="0">
              <a:buNone/>
              <a:defRPr sz="9600">
                <a:latin typeface="HSE Sans" panose="02000000000000000000" pitchFamily="2" charset="0"/>
              </a:defRPr>
            </a:lvl1pPr>
            <a:lvl2pPr>
              <a:defRPr sz="9600">
                <a:latin typeface="HSE Sans" panose="02000000000000000000" pitchFamily="2" charset="0"/>
              </a:defRPr>
            </a:lvl2pPr>
            <a:lvl3pPr>
              <a:defRPr sz="9600">
                <a:latin typeface="HSE Sans" panose="02000000000000000000" pitchFamily="2" charset="0"/>
              </a:defRPr>
            </a:lvl3pPr>
            <a:lvl4pPr>
              <a:defRPr sz="9600">
                <a:latin typeface="HSE Sans" panose="02000000000000000000" pitchFamily="2" charset="0"/>
              </a:defRPr>
            </a:lvl4pPr>
            <a:lvl5pPr>
              <a:defRPr sz="9600">
                <a:latin typeface="HSE Sans" panose="02000000000000000000" pitchFamily="2" charset="0"/>
              </a:defRPr>
            </a:lvl5pPr>
          </a:lstStyle>
          <a:p>
            <a:pPr lvl="0"/>
            <a:r>
              <a:rPr lang="ru-RU" sz="9600" dirty="0">
                <a:solidFill>
                  <a:srgbClr val="102D69"/>
                </a:solidFill>
                <a:latin typeface="HSE Sans" panose="02000000000000000000" pitchFamily="2" charset="0"/>
              </a:rPr>
              <a:t>284</a:t>
            </a:r>
            <a:endParaRPr lang="ru-RU" dirty="0"/>
          </a:p>
        </p:txBody>
      </p:sp>
      <p:sp>
        <p:nvSpPr>
          <p:cNvPr id="18" name="Текст 37">
            <a:extLst>
              <a:ext uri="{FF2B5EF4-FFF2-40B4-BE49-F238E27FC236}">
                <a16:creationId xmlns:a16="http://schemas.microsoft.com/office/drawing/2014/main" id="{37B4962B-A5BA-AB4F-AFB3-5BF3A0AD0352}"/>
              </a:ext>
            </a:extLst>
          </p:cNvPr>
          <p:cNvSpPr>
            <a:spLocks noGrp="1"/>
          </p:cNvSpPr>
          <p:nvPr>
            <p:ph type="body" sz="quarter" idx="13" hasCustomPrompt="1"/>
          </p:nvPr>
        </p:nvSpPr>
        <p:spPr>
          <a:xfrm>
            <a:off x="1143689" y="540904"/>
            <a:ext cx="1901825" cy="415925"/>
          </a:xfrm>
          <a:prstGeom prst="rect">
            <a:avLst/>
          </a:prstGeom>
        </p:spPr>
        <p:txBody>
          <a:bodyPr lIns="0" tIns="0" rIns="0" bIns="0">
            <a:noAutofit/>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sz="1000" b="0" i="0">
                <a:latin typeface="HSE Sans" panose="02000000000000000000" pitchFamily="2" charset="0"/>
              </a:defRPr>
            </a:lvl1pPr>
            <a:lvl2pPr marL="457200" indent="0">
              <a:lnSpc>
                <a:spcPct val="100000"/>
              </a:lnSpc>
              <a:buNone/>
              <a:defRPr sz="1000" b="0" i="0">
                <a:latin typeface="HSE Sans" panose="02000000000000000000" pitchFamily="2" charset="0"/>
              </a:defRPr>
            </a:lvl2pPr>
            <a:lvl3pPr marL="914400" indent="0">
              <a:lnSpc>
                <a:spcPct val="100000"/>
              </a:lnSpc>
              <a:buNone/>
              <a:defRPr sz="1000" b="0" i="0">
                <a:latin typeface="HSE Sans" panose="02000000000000000000" pitchFamily="2" charset="0"/>
              </a:defRPr>
            </a:lvl3pPr>
            <a:lvl4pPr marL="1371600" indent="0">
              <a:lnSpc>
                <a:spcPct val="100000"/>
              </a:lnSpc>
              <a:buNone/>
              <a:defRPr sz="1000" b="0" i="0">
                <a:latin typeface="HSE Sans" panose="02000000000000000000" pitchFamily="2" charset="0"/>
              </a:defRPr>
            </a:lvl4pPr>
            <a:lvl5pPr marL="1828800" indent="0">
              <a:lnSpc>
                <a:spcPct val="100000"/>
              </a:lnSpc>
              <a:buNone/>
              <a:defRPr sz="1000" b="0" i="0">
                <a:latin typeface="HSE Sans" panose="02000000000000000000" pitchFamily="2" charset="0"/>
              </a:defRPr>
            </a:lvl5pPr>
          </a:lstStyle>
          <a:p>
            <a:r>
              <a:rPr lang="en-US" sz="1000" dirty="0">
                <a:latin typeface="HSE Sans" panose="02000000000000000000" pitchFamily="2" charset="0"/>
              </a:rPr>
              <a:t>Name of subdivisions in two or three lines </a:t>
            </a:r>
            <a:r>
              <a:rPr lang="en-GB" sz="1000" dirty="0">
                <a:latin typeface="HSE Sans" panose="02000000000000000000" pitchFamily="2" charset="0"/>
              </a:rPr>
              <a:t>(10 </a:t>
            </a:r>
            <a:r>
              <a:rPr lang="en-GB" sz="1000" dirty="0" err="1">
                <a:latin typeface="HSE Sans" panose="02000000000000000000" pitchFamily="2" charset="0"/>
              </a:rPr>
              <a:t>pt</a:t>
            </a:r>
            <a:r>
              <a:rPr lang="en-GB" sz="1000" dirty="0">
                <a:latin typeface="HSE Sans" panose="02000000000000000000" pitchFamily="2" charset="0"/>
              </a:rPr>
              <a:t>)</a:t>
            </a:r>
            <a:endParaRPr lang="ru-RU" sz="1000" dirty="0">
              <a:latin typeface="HSE Sans" panose="02000000000000000000" pitchFamily="2" charset="0"/>
            </a:endParaRPr>
          </a:p>
        </p:txBody>
      </p:sp>
      <p:sp>
        <p:nvSpPr>
          <p:cNvPr id="19" name="Текст 39">
            <a:extLst>
              <a:ext uri="{FF2B5EF4-FFF2-40B4-BE49-F238E27FC236}">
                <a16:creationId xmlns:a16="http://schemas.microsoft.com/office/drawing/2014/main" id="{78AD85C2-6CFD-A94C-8134-2B3392A33196}"/>
              </a:ext>
            </a:extLst>
          </p:cNvPr>
          <p:cNvSpPr>
            <a:spLocks noGrp="1"/>
          </p:cNvSpPr>
          <p:nvPr>
            <p:ph type="body" sz="quarter" idx="14" hasCustomPrompt="1"/>
          </p:nvPr>
        </p:nvSpPr>
        <p:spPr>
          <a:xfrm>
            <a:off x="3459163" y="548720"/>
            <a:ext cx="2070100" cy="408109"/>
          </a:xfrm>
          <a:prstGeom prst="rect">
            <a:avLst/>
          </a:prstGeom>
        </p:spPr>
        <p:txBody>
          <a:bodyPr lIns="0" tIns="0" rIns="0" bIns="0">
            <a:noAutofit/>
          </a:bodyPr>
          <a:lstStyle>
            <a:lvl1pPr marL="0" indent="0">
              <a:lnSpc>
                <a:spcPct val="100000"/>
              </a:lnSpc>
              <a:spcBef>
                <a:spcPts val="0"/>
              </a:spcBef>
              <a:buNone/>
              <a:defRPr sz="1000" b="0" i="0">
                <a:solidFill>
                  <a:srgbClr val="0E2D69"/>
                </a:solidFill>
                <a:latin typeface="HSE Sans" panose="02000000000000000000" pitchFamily="2" charset="0"/>
              </a:defRPr>
            </a:lvl1pPr>
            <a:lvl2pPr marL="457200" indent="0">
              <a:buNone/>
              <a:defRPr sz="1000" b="0" i="0">
                <a:solidFill>
                  <a:srgbClr val="0E2D69"/>
                </a:solidFill>
                <a:latin typeface="HSE Sans" panose="02000000000000000000" pitchFamily="2" charset="0"/>
              </a:defRPr>
            </a:lvl2pPr>
            <a:lvl3pPr marL="914400" indent="0">
              <a:buNone/>
              <a:defRPr sz="1000" b="0" i="0">
                <a:solidFill>
                  <a:srgbClr val="0E2D69"/>
                </a:solidFill>
                <a:latin typeface="HSE Sans" panose="02000000000000000000" pitchFamily="2" charset="0"/>
              </a:defRPr>
            </a:lvl3pPr>
            <a:lvl4pPr marL="1371600" indent="0">
              <a:buNone/>
              <a:defRPr sz="1000" b="0" i="0">
                <a:solidFill>
                  <a:srgbClr val="0E2D69"/>
                </a:solidFill>
                <a:latin typeface="HSE Sans" panose="02000000000000000000" pitchFamily="2" charset="0"/>
              </a:defRPr>
            </a:lvl4pPr>
            <a:lvl5pPr marL="1828800" indent="0">
              <a:buNone/>
              <a:defRPr sz="1000" b="0" i="0">
                <a:solidFill>
                  <a:srgbClr val="0E2D69"/>
                </a:solidFill>
                <a:latin typeface="HSE Sans" panose="02000000000000000000" pitchFamily="2" charset="0"/>
              </a:defRPr>
            </a:lvl5pPr>
          </a:lstStyle>
          <a:p>
            <a:r>
              <a:rPr lang="en-GB" sz="1000" dirty="0">
                <a:latin typeface="HSE Sans" panose="02000000000000000000" pitchFamily="2" charset="0"/>
              </a:rPr>
              <a:t>Name of presentation can be provided in two or three lines (10 </a:t>
            </a:r>
            <a:r>
              <a:rPr lang="en-GB" sz="1000" dirty="0" err="1">
                <a:latin typeface="HSE Sans" panose="02000000000000000000" pitchFamily="2" charset="0"/>
              </a:rPr>
              <a:t>pt</a:t>
            </a:r>
            <a:r>
              <a:rPr lang="en-GB" sz="1000" dirty="0">
                <a:latin typeface="HSE Sans" panose="02000000000000000000" pitchFamily="2" charset="0"/>
              </a:rPr>
              <a:t>)</a:t>
            </a:r>
            <a:endParaRPr lang="ru-RU" sz="1000" dirty="0">
              <a:latin typeface="HSE Sans" panose="02000000000000000000" pitchFamily="2" charset="0"/>
            </a:endParaRPr>
          </a:p>
        </p:txBody>
      </p:sp>
      <p:sp>
        <p:nvSpPr>
          <p:cNvPr id="20" name="Текст 39">
            <a:extLst>
              <a:ext uri="{FF2B5EF4-FFF2-40B4-BE49-F238E27FC236}">
                <a16:creationId xmlns:a16="http://schemas.microsoft.com/office/drawing/2014/main" id="{C50CF571-E523-5440-B1C9-D74160206AED}"/>
              </a:ext>
            </a:extLst>
          </p:cNvPr>
          <p:cNvSpPr>
            <a:spLocks noGrp="1"/>
          </p:cNvSpPr>
          <p:nvPr>
            <p:ph type="body" sz="quarter" idx="15" hasCustomPrompt="1"/>
          </p:nvPr>
        </p:nvSpPr>
        <p:spPr>
          <a:xfrm>
            <a:off x="6259892" y="548720"/>
            <a:ext cx="2070100" cy="408109"/>
          </a:xfrm>
          <a:prstGeom prst="rect">
            <a:avLst/>
          </a:prstGeom>
        </p:spPr>
        <p:txBody>
          <a:bodyPr lIns="0" tIns="0" rIns="0" bIns="0">
            <a:noAutofit/>
          </a:bodyPr>
          <a:lstStyle>
            <a:lvl1pPr marL="0" indent="0">
              <a:lnSpc>
                <a:spcPct val="100000"/>
              </a:lnSpc>
              <a:spcBef>
                <a:spcPts val="0"/>
              </a:spcBef>
              <a:buNone/>
              <a:defRPr sz="1000" b="0" i="0">
                <a:solidFill>
                  <a:srgbClr val="0E2D69"/>
                </a:solidFill>
                <a:latin typeface="HSE Sans" panose="02000000000000000000" pitchFamily="2" charset="0"/>
              </a:defRPr>
            </a:lvl1pPr>
            <a:lvl2pPr marL="457200" indent="0">
              <a:buNone/>
              <a:defRPr sz="1000" b="0" i="0">
                <a:solidFill>
                  <a:srgbClr val="0E2D69"/>
                </a:solidFill>
                <a:latin typeface="HSE Sans" panose="02000000000000000000" pitchFamily="2" charset="0"/>
              </a:defRPr>
            </a:lvl2pPr>
            <a:lvl3pPr marL="914400" indent="0">
              <a:buNone/>
              <a:defRPr sz="1000" b="0" i="0">
                <a:solidFill>
                  <a:srgbClr val="0E2D69"/>
                </a:solidFill>
                <a:latin typeface="HSE Sans" panose="02000000000000000000" pitchFamily="2" charset="0"/>
              </a:defRPr>
            </a:lvl3pPr>
            <a:lvl4pPr marL="1371600" indent="0">
              <a:buNone/>
              <a:defRPr sz="1000" b="0" i="0">
                <a:solidFill>
                  <a:srgbClr val="0E2D69"/>
                </a:solidFill>
                <a:latin typeface="HSE Sans" panose="02000000000000000000" pitchFamily="2" charset="0"/>
              </a:defRPr>
            </a:lvl4pPr>
            <a:lvl5pPr marL="1828800" indent="0">
              <a:buNone/>
              <a:defRPr sz="1000" b="0" i="0">
                <a:solidFill>
                  <a:srgbClr val="0E2D69"/>
                </a:solidFill>
                <a:latin typeface="HSE Sans" panose="02000000000000000000" pitchFamily="2" charset="0"/>
              </a:defRPr>
            </a:lvl5pPr>
          </a:lstStyle>
          <a:p>
            <a:r>
              <a:rPr lang="en-GB" sz="1000" dirty="0">
                <a:latin typeface="HSE Sans" panose="02000000000000000000" pitchFamily="2" charset="0"/>
              </a:rPr>
              <a:t>Name of presentation can be provided in two or three lines (10 </a:t>
            </a:r>
            <a:r>
              <a:rPr lang="en-GB" sz="1000" dirty="0" err="1">
                <a:latin typeface="HSE Sans" panose="02000000000000000000" pitchFamily="2" charset="0"/>
              </a:rPr>
              <a:t>pt</a:t>
            </a:r>
            <a:r>
              <a:rPr lang="en-GB" sz="1000" dirty="0">
                <a:latin typeface="HSE Sans" panose="02000000000000000000" pitchFamily="2" charset="0"/>
              </a:rPr>
              <a:t>)</a:t>
            </a:r>
            <a:endParaRPr lang="ru-RU" sz="1000" dirty="0">
              <a:latin typeface="HSE Sans" panose="02000000000000000000" pitchFamily="2" charset="0"/>
            </a:endParaRPr>
          </a:p>
        </p:txBody>
      </p:sp>
    </p:spTree>
    <p:extLst>
      <p:ext uri="{BB962C8B-B14F-4D97-AF65-F5344CB8AC3E}">
        <p14:creationId xmlns:p14="http://schemas.microsoft.com/office/powerpoint/2010/main" val="2057052302"/>
      </p:ext>
    </p:extLst>
  </p:cSld>
  <p:clrMapOvr>
    <a:masterClrMapping/>
  </p:clrMapOvr>
  <mc:AlternateContent xmlns:mc="http://schemas.openxmlformats.org/markup-compatibility/2006">
    <mc:Choice xmlns:p14="http://schemas.microsoft.com/office/powerpoint/2010/main" Requires="p14">
      <p:transition p14:dur="10" advClick="0" advTm="30000"/>
    </mc:Choice>
    <mc:Fallback>
      <p:transition advClick="0" advTm="30000"/>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Таблица_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descr="Icon&#10;&#10;Description automatically generated">
            <a:extLst>
              <a:ext uri="{FF2B5EF4-FFF2-40B4-BE49-F238E27FC236}">
                <a16:creationId xmlns:a16="http://schemas.microsoft.com/office/drawing/2014/main" id="{C5425806-16DD-844E-927C-26E7143A9ED8}"/>
              </a:ext>
            </a:extLst>
          </p:cNvPr>
          <p:cNvPicPr>
            <a:picLocks noChangeAspect="1"/>
          </p:cNvPicPr>
          <p:nvPr userDrawn="1"/>
        </p:nvPicPr>
        <p:blipFill>
          <a:blip r:embed="rId3"/>
          <a:stretch>
            <a:fillRect/>
          </a:stretch>
        </p:blipFill>
        <p:spPr>
          <a:xfrm>
            <a:off x="517199" y="464363"/>
            <a:ext cx="448276" cy="448276"/>
          </a:xfrm>
          <a:prstGeom prst="rect">
            <a:avLst/>
          </a:prstGeom>
        </p:spPr>
      </p:pic>
      <p:cxnSp>
        <p:nvCxnSpPr>
          <p:cNvPr id="6" name="Straight Connector 19">
            <a:extLst>
              <a:ext uri="{FF2B5EF4-FFF2-40B4-BE49-F238E27FC236}">
                <a16:creationId xmlns:a16="http://schemas.microsoft.com/office/drawing/2014/main" id="{479746FF-3282-DF46-9D7C-D80431604A55}"/>
              </a:ext>
            </a:extLst>
          </p:cNvPr>
          <p:cNvCxnSpPr>
            <a:cxnSpLocks/>
          </p:cNvCxnSpPr>
          <p:nvPr userDrawn="1"/>
        </p:nvCxnSpPr>
        <p:spPr>
          <a:xfrm>
            <a:off x="3298686"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cxnSp>
        <p:nvCxnSpPr>
          <p:cNvPr id="7" name="Straight Connector 21">
            <a:extLst>
              <a:ext uri="{FF2B5EF4-FFF2-40B4-BE49-F238E27FC236}">
                <a16:creationId xmlns:a16="http://schemas.microsoft.com/office/drawing/2014/main" id="{51B44297-B0E7-D74D-B291-D39A0D468B42}"/>
              </a:ext>
            </a:extLst>
          </p:cNvPr>
          <p:cNvCxnSpPr>
            <a:cxnSpLocks/>
          </p:cNvCxnSpPr>
          <p:nvPr userDrawn="1"/>
        </p:nvCxnSpPr>
        <p:spPr>
          <a:xfrm>
            <a:off x="6099416"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cxnSp>
        <p:nvCxnSpPr>
          <p:cNvPr id="8" name="Straight Connector 25">
            <a:extLst>
              <a:ext uri="{FF2B5EF4-FFF2-40B4-BE49-F238E27FC236}">
                <a16:creationId xmlns:a16="http://schemas.microsoft.com/office/drawing/2014/main" id="{0EA4A057-F0CB-E04F-B472-4A1ABFB64C66}"/>
              </a:ext>
            </a:extLst>
          </p:cNvPr>
          <p:cNvCxnSpPr>
            <a:cxnSpLocks/>
          </p:cNvCxnSpPr>
          <p:nvPr userDrawn="1"/>
        </p:nvCxnSpPr>
        <p:spPr>
          <a:xfrm>
            <a:off x="10277081"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764502F5-56EE-354B-A3B1-E79F8B005172}"/>
              </a:ext>
            </a:extLst>
          </p:cNvPr>
          <p:cNvSpPr txBox="1"/>
          <p:nvPr userDrawn="1"/>
        </p:nvSpPr>
        <p:spPr>
          <a:xfrm>
            <a:off x="10410201" y="532278"/>
            <a:ext cx="671977" cy="307777"/>
          </a:xfrm>
          <a:prstGeom prst="rect">
            <a:avLst/>
          </a:prstGeom>
          <a:noFill/>
        </p:spPr>
        <p:txBody>
          <a:bodyPr wrap="square" lIns="0" tIns="0" rIns="0" bIns="0" rtlCol="0">
            <a:spAutoFit/>
          </a:bodyPr>
          <a:lstStyle/>
          <a:p>
            <a:fld id="{32AF94B5-93D7-5247-B727-C7089232F508}" type="slidenum">
              <a:rPr lang="ru-RU" sz="2000" smtClean="0">
                <a:solidFill>
                  <a:srgbClr val="102D69"/>
                </a:solidFill>
                <a:latin typeface="HSE Sans" panose="02000000000000000000" pitchFamily="2" charset="0"/>
              </a:rPr>
              <a:t>‹#›</a:t>
            </a:fld>
            <a:endParaRPr lang="ru-RU" sz="2000" dirty="0">
              <a:solidFill>
                <a:srgbClr val="102D69"/>
              </a:solidFill>
              <a:latin typeface="HSE Sans" panose="02000000000000000000" pitchFamily="2" charset="0"/>
            </a:endParaRPr>
          </a:p>
        </p:txBody>
      </p:sp>
      <p:cxnSp>
        <p:nvCxnSpPr>
          <p:cNvPr id="10" name="Straight Connector 59">
            <a:extLst>
              <a:ext uri="{FF2B5EF4-FFF2-40B4-BE49-F238E27FC236}">
                <a16:creationId xmlns:a16="http://schemas.microsoft.com/office/drawing/2014/main" id="{A80E0956-5C10-CC40-A426-CBD2E0C4158E}"/>
              </a:ext>
            </a:extLst>
          </p:cNvPr>
          <p:cNvCxnSpPr>
            <a:cxnSpLocks/>
          </p:cNvCxnSpPr>
          <p:nvPr userDrawn="1"/>
        </p:nvCxnSpPr>
        <p:spPr>
          <a:xfrm>
            <a:off x="11643868"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sp>
        <p:nvSpPr>
          <p:cNvPr id="15" name="Текст 22">
            <a:extLst>
              <a:ext uri="{FF2B5EF4-FFF2-40B4-BE49-F238E27FC236}">
                <a16:creationId xmlns:a16="http://schemas.microsoft.com/office/drawing/2014/main" id="{51340CB4-0355-3640-A212-F684523CDCCF}"/>
              </a:ext>
            </a:extLst>
          </p:cNvPr>
          <p:cNvSpPr>
            <a:spLocks noGrp="1"/>
          </p:cNvSpPr>
          <p:nvPr>
            <p:ph type="body" sz="quarter" idx="17" hasCustomPrompt="1"/>
          </p:nvPr>
        </p:nvSpPr>
        <p:spPr>
          <a:xfrm>
            <a:off x="585787" y="1447065"/>
            <a:ext cx="11058065" cy="307778"/>
          </a:xfrm>
          <a:prstGeom prst="rect">
            <a:avLst/>
          </a:prstGeom>
        </p:spPr>
        <p:txBody>
          <a:bodyPr lIns="0" tIns="0" rIns="0" bIns="0">
            <a:noAutofit/>
          </a:bodyPr>
          <a:lstStyle>
            <a:lvl1pPr marL="0" indent="0">
              <a:buNone/>
              <a:defRPr sz="1600" b="0" i="0">
                <a:solidFill>
                  <a:srgbClr val="0E2D69"/>
                </a:solidFill>
                <a:latin typeface="HSE Sans" panose="02000000000000000000" pitchFamily="2" charset="0"/>
              </a:defRPr>
            </a:lvl1pPr>
            <a:lvl2pPr>
              <a:defRPr sz="1600" b="0" i="0">
                <a:solidFill>
                  <a:srgbClr val="0E2D69"/>
                </a:solidFill>
                <a:latin typeface="HSE Sans" panose="02000000000000000000" pitchFamily="2" charset="0"/>
              </a:defRPr>
            </a:lvl2pPr>
            <a:lvl3pPr>
              <a:defRPr sz="1600" b="0" i="0">
                <a:solidFill>
                  <a:srgbClr val="0E2D69"/>
                </a:solidFill>
                <a:latin typeface="HSE Sans" panose="02000000000000000000" pitchFamily="2" charset="0"/>
              </a:defRPr>
            </a:lvl3pPr>
            <a:lvl4pPr>
              <a:defRPr sz="1600" b="0" i="0">
                <a:solidFill>
                  <a:srgbClr val="0E2D69"/>
                </a:solidFill>
                <a:latin typeface="HSE Sans" panose="02000000000000000000" pitchFamily="2" charset="0"/>
              </a:defRPr>
            </a:lvl4pPr>
            <a:lvl5pPr>
              <a:defRPr sz="1600" b="0" i="0">
                <a:solidFill>
                  <a:srgbClr val="0E2D69"/>
                </a:solidFill>
                <a:latin typeface="HSE Sans" panose="02000000000000000000" pitchFamily="2" charset="0"/>
              </a:defRPr>
            </a:lvl5pPr>
          </a:lstStyle>
          <a:p>
            <a:r>
              <a:rPr lang="en-US" sz="1600" dirty="0">
                <a:solidFill>
                  <a:srgbClr val="102D69"/>
                </a:solidFill>
                <a:latin typeface="HSE Sans" panose="02000000000000000000" pitchFamily="2" charset="0"/>
              </a:rPr>
              <a:t>Name of table</a:t>
            </a:r>
            <a:r>
              <a:rPr lang="ru-RU" sz="1600" dirty="0">
                <a:solidFill>
                  <a:srgbClr val="102D69"/>
                </a:solidFill>
                <a:latin typeface="HSE Sans" panose="02000000000000000000" pitchFamily="2" charset="0"/>
              </a:rPr>
              <a:t>. </a:t>
            </a:r>
            <a:r>
              <a:rPr lang="en-US" sz="1600" dirty="0">
                <a:solidFill>
                  <a:srgbClr val="102D69"/>
                </a:solidFill>
                <a:latin typeface="HSE Sans" panose="02000000000000000000" pitchFamily="2" charset="0"/>
              </a:rPr>
              <a:t>Please note that the name of the table should be smaller than headlines (16 </a:t>
            </a:r>
            <a:r>
              <a:rPr lang="en-US" sz="1600" dirty="0" err="1">
                <a:solidFill>
                  <a:srgbClr val="102D69"/>
                </a:solidFill>
                <a:latin typeface="HSE Sans" panose="02000000000000000000" pitchFamily="2" charset="0"/>
              </a:rPr>
              <a:t>pt</a:t>
            </a:r>
            <a:r>
              <a:rPr lang="en-US" sz="1600" dirty="0">
                <a:solidFill>
                  <a:srgbClr val="102D69"/>
                </a:solidFill>
                <a:latin typeface="HSE Sans" panose="02000000000000000000" pitchFamily="2" charset="0"/>
              </a:rPr>
              <a:t>)</a:t>
            </a:r>
            <a:endParaRPr lang="ru-RU" sz="1600" dirty="0">
              <a:solidFill>
                <a:srgbClr val="102D69"/>
              </a:solidFill>
              <a:latin typeface="HSE Sans" panose="02000000000000000000" pitchFamily="2" charset="0"/>
            </a:endParaRPr>
          </a:p>
        </p:txBody>
      </p:sp>
      <p:sp>
        <p:nvSpPr>
          <p:cNvPr id="17" name="Текст 16">
            <a:extLst>
              <a:ext uri="{FF2B5EF4-FFF2-40B4-BE49-F238E27FC236}">
                <a16:creationId xmlns:a16="http://schemas.microsoft.com/office/drawing/2014/main" id="{8C6F2EA4-CEDC-324C-9C06-8713118041EB}"/>
              </a:ext>
            </a:extLst>
          </p:cNvPr>
          <p:cNvSpPr>
            <a:spLocks noGrp="1"/>
          </p:cNvSpPr>
          <p:nvPr>
            <p:ph type="body" sz="quarter" idx="18" hasCustomPrompt="1"/>
          </p:nvPr>
        </p:nvSpPr>
        <p:spPr>
          <a:xfrm>
            <a:off x="585788" y="5739189"/>
            <a:ext cx="6824303" cy="703205"/>
          </a:xfrm>
          <a:prstGeom prst="rect">
            <a:avLst/>
          </a:prstGeom>
        </p:spPr>
        <p:txBody>
          <a:bodyPr lIns="0" tIns="0" rIns="0" bIns="0">
            <a:normAutofit/>
          </a:bodyPr>
          <a:lstStyle>
            <a:lvl1pPr marL="0" marR="0" indent="0" algn="l" defTabSz="914400" rtl="0" eaLnBrk="1" fontAlgn="auto" latinLnBrk="0" hangingPunct="1">
              <a:lnSpc>
                <a:spcPct val="100000"/>
              </a:lnSpc>
              <a:spcBef>
                <a:spcPts val="600"/>
              </a:spcBef>
              <a:spcAft>
                <a:spcPts val="0"/>
              </a:spcAft>
              <a:buClrTx/>
              <a:buSzTx/>
              <a:buFontTx/>
              <a:buNone/>
              <a:tabLst/>
              <a:defRPr sz="1300" b="0" i="0">
                <a:solidFill>
                  <a:srgbClr val="0E2D69"/>
                </a:solidFill>
                <a:latin typeface="HSE Sans" panose="02000000000000000000" pitchFamily="2" charset="0"/>
              </a:defRPr>
            </a:lvl1pPr>
            <a:lvl2pPr>
              <a:defRPr sz="1300" b="0" i="0">
                <a:solidFill>
                  <a:srgbClr val="0E2D69"/>
                </a:solidFill>
                <a:latin typeface="HSE Sans" panose="02000000000000000000" pitchFamily="2" charset="0"/>
              </a:defRPr>
            </a:lvl2pPr>
            <a:lvl3pPr>
              <a:defRPr sz="1300" b="0" i="0">
                <a:solidFill>
                  <a:srgbClr val="0E2D69"/>
                </a:solidFill>
                <a:latin typeface="HSE Sans" panose="02000000000000000000" pitchFamily="2" charset="0"/>
              </a:defRPr>
            </a:lvl3pPr>
            <a:lvl4pPr>
              <a:defRPr sz="1300" b="0" i="0">
                <a:solidFill>
                  <a:srgbClr val="0E2D69"/>
                </a:solidFill>
                <a:latin typeface="HSE Sans" panose="02000000000000000000" pitchFamily="2" charset="0"/>
              </a:defRPr>
            </a:lvl4pPr>
            <a:lvl5pPr>
              <a:defRPr sz="1300" b="0" i="0">
                <a:solidFill>
                  <a:srgbClr val="0E2D69"/>
                </a:solidFill>
                <a:latin typeface="HSE Sans" panose="02000000000000000000" pitchFamily="2" charset="0"/>
              </a:defRPr>
            </a:lvl5pPr>
          </a:lstStyle>
          <a:p>
            <a:pPr marL="0" marR="0" lvl="0" indent="0" algn="l" defTabSz="914400" rtl="0" eaLnBrk="1" fontAlgn="auto" latinLnBrk="0" hangingPunct="1">
              <a:lnSpc>
                <a:spcPct val="100000"/>
              </a:lnSpc>
              <a:spcBef>
                <a:spcPts val="600"/>
              </a:spcBef>
              <a:spcAft>
                <a:spcPts val="0"/>
              </a:spcAft>
              <a:buClrTx/>
              <a:buSzTx/>
              <a:buFontTx/>
              <a:buNone/>
              <a:tabLst/>
              <a:defRPr/>
            </a:pPr>
            <a:r>
              <a:rPr lang="en-US" sz="1300" b="0" dirty="0">
                <a:ln>
                  <a:noFill/>
                </a:ln>
                <a:latin typeface="HSE Sans" panose="02000000000000000000" pitchFamily="2" charset="0"/>
              </a:rPr>
              <a:t>We recommend using bold face with due care; try using bold face for important information. </a:t>
            </a:r>
            <a:r>
              <a:rPr lang="en-US" sz="1300" dirty="0">
                <a:latin typeface="HSE Sans" panose="02000000000000000000" pitchFamily="2" charset="0"/>
              </a:rPr>
              <a:t>Also, try not to use bold face with cell shading; one feature should be sufficient.</a:t>
            </a:r>
            <a:endParaRPr lang="en-RU" sz="1300" b="0" dirty="0">
              <a:ln>
                <a:noFill/>
              </a:ln>
              <a:latin typeface="HSE Sans" panose="02000000000000000000" pitchFamily="2" charset="0"/>
            </a:endParaRPr>
          </a:p>
        </p:txBody>
      </p:sp>
      <p:sp>
        <p:nvSpPr>
          <p:cNvPr id="19" name="Таблица 18">
            <a:extLst>
              <a:ext uri="{FF2B5EF4-FFF2-40B4-BE49-F238E27FC236}">
                <a16:creationId xmlns:a16="http://schemas.microsoft.com/office/drawing/2014/main" id="{7B291085-A9B9-D842-B1A7-96258FAF012C}"/>
              </a:ext>
            </a:extLst>
          </p:cNvPr>
          <p:cNvSpPr>
            <a:spLocks noGrp="1"/>
          </p:cNvSpPr>
          <p:nvPr>
            <p:ph type="tbl" sz="quarter" idx="19"/>
          </p:nvPr>
        </p:nvSpPr>
        <p:spPr>
          <a:xfrm>
            <a:off x="585787" y="1984076"/>
            <a:ext cx="11058527" cy="3519576"/>
          </a:xfrm>
          <a:prstGeom prst="rect">
            <a:avLst/>
          </a:prstGeom>
        </p:spPr>
        <p:txBody>
          <a:bodyPr/>
          <a:lstStyle/>
          <a:p>
            <a:endParaRPr lang="ru-RU"/>
          </a:p>
        </p:txBody>
      </p:sp>
      <p:sp>
        <p:nvSpPr>
          <p:cNvPr id="16" name="Текст 37">
            <a:extLst>
              <a:ext uri="{FF2B5EF4-FFF2-40B4-BE49-F238E27FC236}">
                <a16:creationId xmlns:a16="http://schemas.microsoft.com/office/drawing/2014/main" id="{252B365F-6D89-0045-99CC-0F0D3EF2DA0F}"/>
              </a:ext>
            </a:extLst>
          </p:cNvPr>
          <p:cNvSpPr>
            <a:spLocks noGrp="1"/>
          </p:cNvSpPr>
          <p:nvPr>
            <p:ph type="body" sz="quarter" idx="13" hasCustomPrompt="1"/>
          </p:nvPr>
        </p:nvSpPr>
        <p:spPr>
          <a:xfrm>
            <a:off x="1143689" y="540904"/>
            <a:ext cx="1901825" cy="415925"/>
          </a:xfrm>
          <a:prstGeom prst="rect">
            <a:avLst/>
          </a:prstGeom>
        </p:spPr>
        <p:txBody>
          <a:bodyPr lIns="0" tIns="0" rIns="0" bIns="0">
            <a:noAutofit/>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sz="1000" b="0" i="0">
                <a:latin typeface="HSE Sans" panose="02000000000000000000" pitchFamily="2" charset="0"/>
              </a:defRPr>
            </a:lvl1pPr>
            <a:lvl2pPr marL="457200" indent="0">
              <a:lnSpc>
                <a:spcPct val="100000"/>
              </a:lnSpc>
              <a:buNone/>
              <a:defRPr sz="1000" b="0" i="0">
                <a:latin typeface="HSE Sans" panose="02000000000000000000" pitchFamily="2" charset="0"/>
              </a:defRPr>
            </a:lvl2pPr>
            <a:lvl3pPr marL="914400" indent="0">
              <a:lnSpc>
                <a:spcPct val="100000"/>
              </a:lnSpc>
              <a:buNone/>
              <a:defRPr sz="1000" b="0" i="0">
                <a:latin typeface="HSE Sans" panose="02000000000000000000" pitchFamily="2" charset="0"/>
              </a:defRPr>
            </a:lvl3pPr>
            <a:lvl4pPr marL="1371600" indent="0">
              <a:lnSpc>
                <a:spcPct val="100000"/>
              </a:lnSpc>
              <a:buNone/>
              <a:defRPr sz="1000" b="0" i="0">
                <a:latin typeface="HSE Sans" panose="02000000000000000000" pitchFamily="2" charset="0"/>
              </a:defRPr>
            </a:lvl4pPr>
            <a:lvl5pPr marL="1828800" indent="0">
              <a:lnSpc>
                <a:spcPct val="100000"/>
              </a:lnSpc>
              <a:buNone/>
              <a:defRPr sz="1000" b="0" i="0">
                <a:latin typeface="HSE Sans" panose="02000000000000000000" pitchFamily="2" charset="0"/>
              </a:defRPr>
            </a:lvl5pPr>
          </a:lstStyle>
          <a:p>
            <a:r>
              <a:rPr lang="en-US" sz="1000" dirty="0">
                <a:latin typeface="HSE Sans" panose="02000000000000000000" pitchFamily="2" charset="0"/>
              </a:rPr>
              <a:t>Name of subdivisions in two or three lines </a:t>
            </a:r>
            <a:r>
              <a:rPr lang="en-GB" sz="1000" dirty="0">
                <a:latin typeface="HSE Sans" panose="02000000000000000000" pitchFamily="2" charset="0"/>
              </a:rPr>
              <a:t>(10 </a:t>
            </a:r>
            <a:r>
              <a:rPr lang="en-GB" sz="1000" dirty="0" err="1">
                <a:latin typeface="HSE Sans" panose="02000000000000000000" pitchFamily="2" charset="0"/>
              </a:rPr>
              <a:t>pt</a:t>
            </a:r>
            <a:r>
              <a:rPr lang="en-GB" sz="1000" dirty="0">
                <a:latin typeface="HSE Sans" panose="02000000000000000000" pitchFamily="2" charset="0"/>
              </a:rPr>
              <a:t>)</a:t>
            </a:r>
            <a:endParaRPr lang="ru-RU" sz="1000" dirty="0">
              <a:latin typeface="HSE Sans" panose="02000000000000000000" pitchFamily="2" charset="0"/>
            </a:endParaRPr>
          </a:p>
        </p:txBody>
      </p:sp>
      <p:sp>
        <p:nvSpPr>
          <p:cNvPr id="18" name="Текст 39">
            <a:extLst>
              <a:ext uri="{FF2B5EF4-FFF2-40B4-BE49-F238E27FC236}">
                <a16:creationId xmlns:a16="http://schemas.microsoft.com/office/drawing/2014/main" id="{C9CC4AE0-EDCC-9A4F-97C4-4CAFF1F1EBCF}"/>
              </a:ext>
            </a:extLst>
          </p:cNvPr>
          <p:cNvSpPr>
            <a:spLocks noGrp="1"/>
          </p:cNvSpPr>
          <p:nvPr>
            <p:ph type="body" sz="quarter" idx="14" hasCustomPrompt="1"/>
          </p:nvPr>
        </p:nvSpPr>
        <p:spPr>
          <a:xfrm>
            <a:off x="3459163" y="548720"/>
            <a:ext cx="2070100" cy="408109"/>
          </a:xfrm>
          <a:prstGeom prst="rect">
            <a:avLst/>
          </a:prstGeom>
        </p:spPr>
        <p:txBody>
          <a:bodyPr lIns="0" tIns="0" rIns="0" bIns="0">
            <a:noAutofit/>
          </a:bodyPr>
          <a:lstStyle>
            <a:lvl1pPr marL="0" indent="0">
              <a:lnSpc>
                <a:spcPct val="100000"/>
              </a:lnSpc>
              <a:spcBef>
                <a:spcPts val="0"/>
              </a:spcBef>
              <a:buNone/>
              <a:defRPr sz="1000" b="0" i="0">
                <a:solidFill>
                  <a:srgbClr val="0E2D69"/>
                </a:solidFill>
                <a:latin typeface="HSE Sans" panose="02000000000000000000" pitchFamily="2" charset="0"/>
              </a:defRPr>
            </a:lvl1pPr>
            <a:lvl2pPr marL="457200" indent="0">
              <a:buNone/>
              <a:defRPr sz="1000" b="0" i="0">
                <a:solidFill>
                  <a:srgbClr val="0E2D69"/>
                </a:solidFill>
                <a:latin typeface="HSE Sans" panose="02000000000000000000" pitchFamily="2" charset="0"/>
              </a:defRPr>
            </a:lvl2pPr>
            <a:lvl3pPr marL="914400" indent="0">
              <a:buNone/>
              <a:defRPr sz="1000" b="0" i="0">
                <a:solidFill>
                  <a:srgbClr val="0E2D69"/>
                </a:solidFill>
                <a:latin typeface="HSE Sans" panose="02000000000000000000" pitchFamily="2" charset="0"/>
              </a:defRPr>
            </a:lvl3pPr>
            <a:lvl4pPr marL="1371600" indent="0">
              <a:buNone/>
              <a:defRPr sz="1000" b="0" i="0">
                <a:solidFill>
                  <a:srgbClr val="0E2D69"/>
                </a:solidFill>
                <a:latin typeface="HSE Sans" panose="02000000000000000000" pitchFamily="2" charset="0"/>
              </a:defRPr>
            </a:lvl4pPr>
            <a:lvl5pPr marL="1828800" indent="0">
              <a:buNone/>
              <a:defRPr sz="1000" b="0" i="0">
                <a:solidFill>
                  <a:srgbClr val="0E2D69"/>
                </a:solidFill>
                <a:latin typeface="HSE Sans" panose="02000000000000000000" pitchFamily="2" charset="0"/>
              </a:defRPr>
            </a:lvl5pPr>
          </a:lstStyle>
          <a:p>
            <a:r>
              <a:rPr lang="en-GB" sz="1000" dirty="0">
                <a:latin typeface="HSE Sans" panose="02000000000000000000" pitchFamily="2" charset="0"/>
              </a:rPr>
              <a:t>Name of presentation can be provided in two or three lines (10 </a:t>
            </a:r>
            <a:r>
              <a:rPr lang="en-GB" sz="1000" dirty="0" err="1">
                <a:latin typeface="HSE Sans" panose="02000000000000000000" pitchFamily="2" charset="0"/>
              </a:rPr>
              <a:t>pt</a:t>
            </a:r>
            <a:r>
              <a:rPr lang="en-GB" sz="1000" dirty="0">
                <a:latin typeface="HSE Sans" panose="02000000000000000000" pitchFamily="2" charset="0"/>
              </a:rPr>
              <a:t>)</a:t>
            </a:r>
            <a:endParaRPr lang="ru-RU" sz="1000" dirty="0">
              <a:latin typeface="HSE Sans" panose="02000000000000000000" pitchFamily="2" charset="0"/>
            </a:endParaRPr>
          </a:p>
        </p:txBody>
      </p:sp>
      <p:sp>
        <p:nvSpPr>
          <p:cNvPr id="20" name="Текст 39">
            <a:extLst>
              <a:ext uri="{FF2B5EF4-FFF2-40B4-BE49-F238E27FC236}">
                <a16:creationId xmlns:a16="http://schemas.microsoft.com/office/drawing/2014/main" id="{185F6674-A1EC-1846-AEB5-DA4959807147}"/>
              </a:ext>
            </a:extLst>
          </p:cNvPr>
          <p:cNvSpPr>
            <a:spLocks noGrp="1"/>
          </p:cNvSpPr>
          <p:nvPr>
            <p:ph type="body" sz="quarter" idx="15" hasCustomPrompt="1"/>
          </p:nvPr>
        </p:nvSpPr>
        <p:spPr>
          <a:xfrm>
            <a:off x="6259892" y="548720"/>
            <a:ext cx="2070100" cy="408109"/>
          </a:xfrm>
          <a:prstGeom prst="rect">
            <a:avLst/>
          </a:prstGeom>
        </p:spPr>
        <p:txBody>
          <a:bodyPr lIns="0" tIns="0" rIns="0" bIns="0">
            <a:noAutofit/>
          </a:bodyPr>
          <a:lstStyle>
            <a:lvl1pPr marL="0" indent="0">
              <a:lnSpc>
                <a:spcPct val="100000"/>
              </a:lnSpc>
              <a:spcBef>
                <a:spcPts val="0"/>
              </a:spcBef>
              <a:buNone/>
              <a:defRPr sz="1000" b="0" i="0">
                <a:solidFill>
                  <a:srgbClr val="0E2D69"/>
                </a:solidFill>
                <a:latin typeface="HSE Sans" panose="02000000000000000000" pitchFamily="2" charset="0"/>
              </a:defRPr>
            </a:lvl1pPr>
            <a:lvl2pPr marL="457200" indent="0">
              <a:buNone/>
              <a:defRPr sz="1000" b="0" i="0">
                <a:solidFill>
                  <a:srgbClr val="0E2D69"/>
                </a:solidFill>
                <a:latin typeface="HSE Sans" panose="02000000000000000000" pitchFamily="2" charset="0"/>
              </a:defRPr>
            </a:lvl2pPr>
            <a:lvl3pPr marL="914400" indent="0">
              <a:buNone/>
              <a:defRPr sz="1000" b="0" i="0">
                <a:solidFill>
                  <a:srgbClr val="0E2D69"/>
                </a:solidFill>
                <a:latin typeface="HSE Sans" panose="02000000000000000000" pitchFamily="2" charset="0"/>
              </a:defRPr>
            </a:lvl3pPr>
            <a:lvl4pPr marL="1371600" indent="0">
              <a:buNone/>
              <a:defRPr sz="1000" b="0" i="0">
                <a:solidFill>
                  <a:srgbClr val="0E2D69"/>
                </a:solidFill>
                <a:latin typeface="HSE Sans" panose="02000000000000000000" pitchFamily="2" charset="0"/>
              </a:defRPr>
            </a:lvl4pPr>
            <a:lvl5pPr marL="1828800" indent="0">
              <a:buNone/>
              <a:defRPr sz="1000" b="0" i="0">
                <a:solidFill>
                  <a:srgbClr val="0E2D69"/>
                </a:solidFill>
                <a:latin typeface="HSE Sans" panose="02000000000000000000" pitchFamily="2" charset="0"/>
              </a:defRPr>
            </a:lvl5pPr>
          </a:lstStyle>
          <a:p>
            <a:r>
              <a:rPr lang="en-GB" sz="1000" dirty="0">
                <a:latin typeface="HSE Sans" panose="02000000000000000000" pitchFamily="2" charset="0"/>
              </a:rPr>
              <a:t>Name of presentation can be provided in two or three lines (10 </a:t>
            </a:r>
            <a:r>
              <a:rPr lang="en-GB" sz="1000" dirty="0" err="1">
                <a:latin typeface="HSE Sans" panose="02000000000000000000" pitchFamily="2" charset="0"/>
              </a:rPr>
              <a:t>pt</a:t>
            </a:r>
            <a:r>
              <a:rPr lang="en-GB" sz="1000" dirty="0">
                <a:latin typeface="HSE Sans" panose="02000000000000000000" pitchFamily="2" charset="0"/>
              </a:rPr>
              <a:t>)</a:t>
            </a:r>
            <a:endParaRPr lang="ru-RU" sz="1000" dirty="0">
              <a:latin typeface="HSE Sans" panose="02000000000000000000" pitchFamily="2" charset="0"/>
            </a:endParaRPr>
          </a:p>
        </p:txBody>
      </p:sp>
    </p:spTree>
    <p:extLst>
      <p:ext uri="{BB962C8B-B14F-4D97-AF65-F5344CB8AC3E}">
        <p14:creationId xmlns:p14="http://schemas.microsoft.com/office/powerpoint/2010/main" val="2440160323"/>
      </p:ext>
    </p:extLst>
  </p:cSld>
  <p:clrMapOvr>
    <a:masterClrMapping/>
  </p:clrMapOvr>
  <mc:AlternateContent xmlns:mc="http://schemas.openxmlformats.org/markup-compatibility/2006">
    <mc:Choice xmlns:p14="http://schemas.microsoft.com/office/powerpoint/2010/main" Requires="p14">
      <p:transition p14:dur="10" advClick="0" advTm="30000"/>
    </mc:Choice>
    <mc:Fallback>
      <p:transition advClick="0" advTm="30000"/>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Таблица_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 name="Picture 4" descr="Icon&#10;&#10;Description automatically generated">
            <a:extLst>
              <a:ext uri="{FF2B5EF4-FFF2-40B4-BE49-F238E27FC236}">
                <a16:creationId xmlns:a16="http://schemas.microsoft.com/office/drawing/2014/main" id="{259ABC72-D738-1143-BF2A-D85AE9A4F73B}"/>
              </a:ext>
            </a:extLst>
          </p:cNvPr>
          <p:cNvPicPr>
            <a:picLocks noChangeAspect="1"/>
          </p:cNvPicPr>
          <p:nvPr userDrawn="1"/>
        </p:nvPicPr>
        <p:blipFill>
          <a:blip r:embed="rId3"/>
          <a:stretch>
            <a:fillRect/>
          </a:stretch>
        </p:blipFill>
        <p:spPr>
          <a:xfrm>
            <a:off x="517199" y="464363"/>
            <a:ext cx="448276" cy="448276"/>
          </a:xfrm>
          <a:prstGeom prst="rect">
            <a:avLst/>
          </a:prstGeom>
        </p:spPr>
      </p:pic>
      <p:cxnSp>
        <p:nvCxnSpPr>
          <p:cNvPr id="9" name="Straight Connector 19">
            <a:extLst>
              <a:ext uri="{FF2B5EF4-FFF2-40B4-BE49-F238E27FC236}">
                <a16:creationId xmlns:a16="http://schemas.microsoft.com/office/drawing/2014/main" id="{237A1E42-2FC3-8841-8C41-992C5BC2368D}"/>
              </a:ext>
            </a:extLst>
          </p:cNvPr>
          <p:cNvCxnSpPr>
            <a:cxnSpLocks/>
          </p:cNvCxnSpPr>
          <p:nvPr userDrawn="1"/>
        </p:nvCxnSpPr>
        <p:spPr>
          <a:xfrm>
            <a:off x="3298686"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cxnSp>
        <p:nvCxnSpPr>
          <p:cNvPr id="10" name="Straight Connector 21">
            <a:extLst>
              <a:ext uri="{FF2B5EF4-FFF2-40B4-BE49-F238E27FC236}">
                <a16:creationId xmlns:a16="http://schemas.microsoft.com/office/drawing/2014/main" id="{47503EA0-3883-E24D-9EB8-7B6175182929}"/>
              </a:ext>
            </a:extLst>
          </p:cNvPr>
          <p:cNvCxnSpPr>
            <a:cxnSpLocks/>
          </p:cNvCxnSpPr>
          <p:nvPr userDrawn="1"/>
        </p:nvCxnSpPr>
        <p:spPr>
          <a:xfrm>
            <a:off x="6099416"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cxnSp>
        <p:nvCxnSpPr>
          <p:cNvPr id="11" name="Straight Connector 25">
            <a:extLst>
              <a:ext uri="{FF2B5EF4-FFF2-40B4-BE49-F238E27FC236}">
                <a16:creationId xmlns:a16="http://schemas.microsoft.com/office/drawing/2014/main" id="{E0144DF2-9891-324D-B34E-AFA025FBCBF9}"/>
              </a:ext>
            </a:extLst>
          </p:cNvPr>
          <p:cNvCxnSpPr>
            <a:cxnSpLocks/>
          </p:cNvCxnSpPr>
          <p:nvPr userDrawn="1"/>
        </p:nvCxnSpPr>
        <p:spPr>
          <a:xfrm>
            <a:off x="10277081"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F33F65D6-1072-F140-B6A5-758D7B595A92}"/>
              </a:ext>
            </a:extLst>
          </p:cNvPr>
          <p:cNvSpPr txBox="1"/>
          <p:nvPr userDrawn="1"/>
        </p:nvSpPr>
        <p:spPr>
          <a:xfrm>
            <a:off x="10410201" y="532278"/>
            <a:ext cx="671977" cy="307777"/>
          </a:xfrm>
          <a:prstGeom prst="rect">
            <a:avLst/>
          </a:prstGeom>
          <a:noFill/>
        </p:spPr>
        <p:txBody>
          <a:bodyPr wrap="square" lIns="0" tIns="0" rIns="0" bIns="0" rtlCol="0">
            <a:spAutoFit/>
          </a:bodyPr>
          <a:lstStyle/>
          <a:p>
            <a:fld id="{32AF94B5-93D7-5247-B727-C7089232F508}" type="slidenum">
              <a:rPr lang="ru-RU" sz="2000" smtClean="0">
                <a:solidFill>
                  <a:srgbClr val="102D69"/>
                </a:solidFill>
                <a:latin typeface="HSE Sans" panose="02000000000000000000" pitchFamily="2" charset="0"/>
              </a:rPr>
              <a:t>‹#›</a:t>
            </a:fld>
            <a:endParaRPr lang="ru-RU" sz="2000" dirty="0">
              <a:solidFill>
                <a:srgbClr val="102D69"/>
              </a:solidFill>
              <a:latin typeface="HSE Sans" panose="02000000000000000000" pitchFamily="2" charset="0"/>
            </a:endParaRPr>
          </a:p>
        </p:txBody>
      </p:sp>
      <p:cxnSp>
        <p:nvCxnSpPr>
          <p:cNvPr id="13" name="Straight Connector 59">
            <a:extLst>
              <a:ext uri="{FF2B5EF4-FFF2-40B4-BE49-F238E27FC236}">
                <a16:creationId xmlns:a16="http://schemas.microsoft.com/office/drawing/2014/main" id="{5F1F09D4-22FA-7B4B-9488-F8FDDCC2D447}"/>
              </a:ext>
            </a:extLst>
          </p:cNvPr>
          <p:cNvCxnSpPr>
            <a:cxnSpLocks/>
          </p:cNvCxnSpPr>
          <p:nvPr userDrawn="1"/>
        </p:nvCxnSpPr>
        <p:spPr>
          <a:xfrm>
            <a:off x="11643868"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sp>
        <p:nvSpPr>
          <p:cNvPr id="18" name="Текст 22">
            <a:extLst>
              <a:ext uri="{FF2B5EF4-FFF2-40B4-BE49-F238E27FC236}">
                <a16:creationId xmlns:a16="http://schemas.microsoft.com/office/drawing/2014/main" id="{4D940599-2B77-CE47-91E6-CDB51ADE1840}"/>
              </a:ext>
            </a:extLst>
          </p:cNvPr>
          <p:cNvSpPr>
            <a:spLocks noGrp="1"/>
          </p:cNvSpPr>
          <p:nvPr>
            <p:ph type="body" sz="quarter" idx="17" hasCustomPrompt="1"/>
          </p:nvPr>
        </p:nvSpPr>
        <p:spPr>
          <a:xfrm>
            <a:off x="585787" y="1447064"/>
            <a:ext cx="7617877" cy="537011"/>
          </a:xfrm>
          <a:prstGeom prst="rect">
            <a:avLst/>
          </a:prstGeom>
        </p:spPr>
        <p:txBody>
          <a:bodyPr lIns="0" tIns="0" rIns="0" bIns="0">
            <a:noAutofit/>
          </a:bodyPr>
          <a:lstStyle>
            <a:lvl1pPr marL="0" indent="0">
              <a:buNone/>
              <a:defRPr sz="1600" b="0" i="0">
                <a:solidFill>
                  <a:srgbClr val="0E2D69"/>
                </a:solidFill>
                <a:latin typeface="HSE Sans" panose="02000000000000000000" pitchFamily="2" charset="0"/>
              </a:defRPr>
            </a:lvl1pPr>
            <a:lvl2pPr>
              <a:defRPr sz="1600" b="0" i="0">
                <a:solidFill>
                  <a:srgbClr val="0E2D69"/>
                </a:solidFill>
                <a:latin typeface="HSE Sans" panose="02000000000000000000" pitchFamily="2" charset="0"/>
              </a:defRPr>
            </a:lvl2pPr>
            <a:lvl3pPr>
              <a:defRPr sz="1600" b="0" i="0">
                <a:solidFill>
                  <a:srgbClr val="0E2D69"/>
                </a:solidFill>
                <a:latin typeface="HSE Sans" panose="02000000000000000000" pitchFamily="2" charset="0"/>
              </a:defRPr>
            </a:lvl3pPr>
            <a:lvl4pPr>
              <a:defRPr sz="1600" b="0" i="0">
                <a:solidFill>
                  <a:srgbClr val="0E2D69"/>
                </a:solidFill>
                <a:latin typeface="HSE Sans" panose="02000000000000000000" pitchFamily="2" charset="0"/>
              </a:defRPr>
            </a:lvl4pPr>
            <a:lvl5pPr>
              <a:defRPr sz="1600" b="0" i="0">
                <a:solidFill>
                  <a:srgbClr val="0E2D69"/>
                </a:solidFill>
                <a:latin typeface="HSE Sans" panose="02000000000000000000" pitchFamily="2" charset="0"/>
              </a:defRPr>
            </a:lvl5pPr>
          </a:lstStyle>
          <a:p>
            <a:r>
              <a:rPr lang="en-US" sz="1600" dirty="0">
                <a:solidFill>
                  <a:srgbClr val="102D69"/>
                </a:solidFill>
                <a:latin typeface="HSE Sans" panose="02000000000000000000" pitchFamily="2" charset="0"/>
              </a:rPr>
              <a:t>Name of table</a:t>
            </a:r>
            <a:r>
              <a:rPr lang="ru-RU" sz="1600" dirty="0">
                <a:solidFill>
                  <a:srgbClr val="102D69"/>
                </a:solidFill>
                <a:latin typeface="HSE Sans" panose="02000000000000000000" pitchFamily="2" charset="0"/>
              </a:rPr>
              <a:t>. </a:t>
            </a:r>
            <a:r>
              <a:rPr lang="en-US" sz="1600" dirty="0">
                <a:solidFill>
                  <a:srgbClr val="102D69"/>
                </a:solidFill>
                <a:latin typeface="HSE Sans" panose="02000000000000000000" pitchFamily="2" charset="0"/>
              </a:rPr>
              <a:t>Please note that the name of the table should be smaller than headlines (16 </a:t>
            </a:r>
            <a:r>
              <a:rPr lang="en-US" sz="1600" dirty="0" err="1">
                <a:solidFill>
                  <a:srgbClr val="102D69"/>
                </a:solidFill>
                <a:latin typeface="HSE Sans" panose="02000000000000000000" pitchFamily="2" charset="0"/>
              </a:rPr>
              <a:t>pt</a:t>
            </a:r>
            <a:r>
              <a:rPr lang="en-US" sz="1600" dirty="0">
                <a:solidFill>
                  <a:srgbClr val="102D69"/>
                </a:solidFill>
                <a:latin typeface="HSE Sans" panose="02000000000000000000" pitchFamily="2" charset="0"/>
              </a:rPr>
              <a:t>)</a:t>
            </a:r>
            <a:endParaRPr lang="ru-RU" sz="1600" dirty="0">
              <a:solidFill>
                <a:srgbClr val="102D69"/>
              </a:solidFill>
              <a:latin typeface="HSE Sans" panose="02000000000000000000" pitchFamily="2" charset="0"/>
            </a:endParaRPr>
          </a:p>
        </p:txBody>
      </p:sp>
      <p:sp>
        <p:nvSpPr>
          <p:cNvPr id="19" name="Текст 16">
            <a:extLst>
              <a:ext uri="{FF2B5EF4-FFF2-40B4-BE49-F238E27FC236}">
                <a16:creationId xmlns:a16="http://schemas.microsoft.com/office/drawing/2014/main" id="{A7333712-9DED-4F4B-B209-2F13075EDB3F}"/>
              </a:ext>
            </a:extLst>
          </p:cNvPr>
          <p:cNvSpPr>
            <a:spLocks noGrp="1"/>
          </p:cNvSpPr>
          <p:nvPr>
            <p:ph type="body" sz="quarter" idx="18" hasCustomPrompt="1"/>
          </p:nvPr>
        </p:nvSpPr>
        <p:spPr>
          <a:xfrm>
            <a:off x="585788" y="5739189"/>
            <a:ext cx="6824303" cy="703205"/>
          </a:xfrm>
          <a:prstGeom prst="rect">
            <a:avLst/>
          </a:prstGeom>
        </p:spPr>
        <p:txBody>
          <a:bodyPr lIns="0" tIns="0" rIns="0" bIns="0">
            <a:normAutofit/>
          </a:bodyPr>
          <a:lstStyle>
            <a:lvl1pPr marL="0" marR="0" indent="0" algn="l" defTabSz="914400" rtl="0" eaLnBrk="1" fontAlgn="auto" latinLnBrk="0" hangingPunct="1">
              <a:lnSpc>
                <a:spcPct val="100000"/>
              </a:lnSpc>
              <a:spcBef>
                <a:spcPts val="600"/>
              </a:spcBef>
              <a:spcAft>
                <a:spcPts val="0"/>
              </a:spcAft>
              <a:buClrTx/>
              <a:buSzTx/>
              <a:buFontTx/>
              <a:buNone/>
              <a:tabLst/>
              <a:defRPr sz="1300" b="0" i="0">
                <a:solidFill>
                  <a:srgbClr val="0E2D69"/>
                </a:solidFill>
                <a:latin typeface="HSE Sans" panose="02000000000000000000" pitchFamily="2" charset="0"/>
              </a:defRPr>
            </a:lvl1pPr>
            <a:lvl2pPr>
              <a:defRPr sz="1300" b="0" i="0">
                <a:solidFill>
                  <a:srgbClr val="0E2D69"/>
                </a:solidFill>
                <a:latin typeface="HSE Sans" panose="02000000000000000000" pitchFamily="2" charset="0"/>
              </a:defRPr>
            </a:lvl2pPr>
            <a:lvl3pPr>
              <a:defRPr sz="1300" b="0" i="0">
                <a:solidFill>
                  <a:srgbClr val="0E2D69"/>
                </a:solidFill>
                <a:latin typeface="HSE Sans" panose="02000000000000000000" pitchFamily="2" charset="0"/>
              </a:defRPr>
            </a:lvl3pPr>
            <a:lvl4pPr>
              <a:defRPr sz="1300" b="0" i="0">
                <a:solidFill>
                  <a:srgbClr val="0E2D69"/>
                </a:solidFill>
                <a:latin typeface="HSE Sans" panose="02000000000000000000" pitchFamily="2" charset="0"/>
              </a:defRPr>
            </a:lvl4pPr>
            <a:lvl5pPr>
              <a:defRPr sz="1300" b="0" i="0">
                <a:solidFill>
                  <a:srgbClr val="0E2D69"/>
                </a:solidFill>
                <a:latin typeface="HSE Sans" panose="02000000000000000000" pitchFamily="2" charset="0"/>
              </a:defRPr>
            </a:lvl5pPr>
          </a:lstStyle>
          <a:p>
            <a:pPr marL="0" marR="0" lvl="0" indent="0" algn="l" defTabSz="914400" rtl="0" eaLnBrk="1" fontAlgn="auto" latinLnBrk="0" hangingPunct="1">
              <a:lnSpc>
                <a:spcPct val="100000"/>
              </a:lnSpc>
              <a:spcBef>
                <a:spcPts val="600"/>
              </a:spcBef>
              <a:spcAft>
                <a:spcPts val="0"/>
              </a:spcAft>
              <a:buClrTx/>
              <a:buSzTx/>
              <a:buFontTx/>
              <a:buNone/>
              <a:tabLst/>
              <a:defRPr/>
            </a:pPr>
            <a:r>
              <a:rPr lang="en-US" sz="1300" b="0" dirty="0">
                <a:ln>
                  <a:noFill/>
                </a:ln>
                <a:latin typeface="HSE Sans" panose="02000000000000000000" pitchFamily="2" charset="0"/>
              </a:rPr>
              <a:t>We recommend using bold face with due care; try using bold face for important information. </a:t>
            </a:r>
            <a:r>
              <a:rPr lang="en-US" sz="1300" dirty="0">
                <a:latin typeface="HSE Sans" panose="02000000000000000000" pitchFamily="2" charset="0"/>
              </a:rPr>
              <a:t>Also, try not to use bold face with cell shading; one feature should be sufficient.</a:t>
            </a:r>
            <a:endParaRPr lang="en-RU" sz="1300" b="0" dirty="0">
              <a:ln>
                <a:noFill/>
              </a:ln>
              <a:latin typeface="HSE Sans" panose="02000000000000000000" pitchFamily="2" charset="0"/>
            </a:endParaRPr>
          </a:p>
        </p:txBody>
      </p:sp>
      <p:sp>
        <p:nvSpPr>
          <p:cNvPr id="20" name="Таблица 18">
            <a:extLst>
              <a:ext uri="{FF2B5EF4-FFF2-40B4-BE49-F238E27FC236}">
                <a16:creationId xmlns:a16="http://schemas.microsoft.com/office/drawing/2014/main" id="{DD467C42-8209-B740-8419-DBB6A6F7D5EE}"/>
              </a:ext>
            </a:extLst>
          </p:cNvPr>
          <p:cNvSpPr>
            <a:spLocks noGrp="1"/>
          </p:cNvSpPr>
          <p:nvPr>
            <p:ph type="tbl" sz="quarter" idx="19"/>
          </p:nvPr>
        </p:nvSpPr>
        <p:spPr>
          <a:xfrm>
            <a:off x="585787" y="2208362"/>
            <a:ext cx="7617895" cy="3295290"/>
          </a:xfrm>
          <a:prstGeom prst="rect">
            <a:avLst/>
          </a:prstGeom>
        </p:spPr>
        <p:txBody>
          <a:bodyPr/>
          <a:lstStyle/>
          <a:p>
            <a:endParaRPr lang="ru-RU"/>
          </a:p>
        </p:txBody>
      </p:sp>
      <p:sp>
        <p:nvSpPr>
          <p:cNvPr id="21" name="Текст 35">
            <a:extLst>
              <a:ext uri="{FF2B5EF4-FFF2-40B4-BE49-F238E27FC236}">
                <a16:creationId xmlns:a16="http://schemas.microsoft.com/office/drawing/2014/main" id="{B4309850-76EA-224C-A9E2-B6BBDBF99DE2}"/>
              </a:ext>
            </a:extLst>
          </p:cNvPr>
          <p:cNvSpPr>
            <a:spLocks noGrp="1"/>
          </p:cNvSpPr>
          <p:nvPr>
            <p:ph type="body" sz="quarter" idx="12" hasCustomPrompt="1"/>
          </p:nvPr>
        </p:nvSpPr>
        <p:spPr>
          <a:xfrm>
            <a:off x="8686807" y="2208363"/>
            <a:ext cx="2930666" cy="2570672"/>
          </a:xfrm>
          <a:prstGeom prst="rect">
            <a:avLst/>
          </a:prstGeom>
        </p:spPr>
        <p:txBody>
          <a:bodyPr lIns="0" tIns="0" rIns="0">
            <a:normAutofit/>
          </a:bodyPr>
          <a:lstStyle>
            <a:lvl1pPr marL="0" marR="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sz="1300" b="0" i="0">
                <a:solidFill>
                  <a:srgbClr val="0E2D69"/>
                </a:solidFill>
                <a:latin typeface="HSE Sans" panose="02000000000000000000" pitchFamily="2" charset="0"/>
              </a:defRPr>
            </a:lvl1pPr>
            <a:lvl2pPr marL="4572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2pPr>
            <a:lvl3pPr marL="9144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3pPr>
            <a:lvl4pPr marL="13716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4pPr>
            <a:lvl5pPr marL="18288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5pPr>
          </a:lstStyle>
          <a:p>
            <a:r>
              <a:rPr lang="en-GB" sz="1300" dirty="0">
                <a:latin typeface="HSE Sans" panose="02000000000000000000" pitchFamily="2" charset="0"/>
              </a:rPr>
              <a:t>Lorem ipsum </a:t>
            </a:r>
            <a:r>
              <a:rPr lang="en-GB" sz="1300" dirty="0" err="1">
                <a:latin typeface="HSE Sans" panose="02000000000000000000" pitchFamily="2" charset="0"/>
              </a:rPr>
              <a:t>dolor</a:t>
            </a:r>
            <a:r>
              <a:rPr lang="en-GB" sz="1300" dirty="0">
                <a:latin typeface="HSE Sans" panose="02000000000000000000" pitchFamily="2" charset="0"/>
              </a:rPr>
              <a:t> sit </a:t>
            </a:r>
            <a:r>
              <a:rPr lang="en-GB" sz="1300" dirty="0" err="1">
                <a:latin typeface="HSE Sans" panose="02000000000000000000" pitchFamily="2" charset="0"/>
              </a:rPr>
              <a:t>amet</a:t>
            </a:r>
            <a:r>
              <a:rPr lang="en-GB" sz="1300" dirty="0">
                <a:latin typeface="HSE Sans" panose="02000000000000000000" pitchFamily="2" charset="0"/>
              </a:rPr>
              <a:t>, </a:t>
            </a:r>
            <a:r>
              <a:rPr lang="en-GB" sz="1300" dirty="0" err="1">
                <a:latin typeface="HSE Sans" panose="02000000000000000000" pitchFamily="2" charset="0"/>
              </a:rPr>
              <a:t>consectetur</a:t>
            </a:r>
            <a:r>
              <a:rPr lang="en-GB" sz="1300" dirty="0">
                <a:latin typeface="HSE Sans" panose="02000000000000000000" pitchFamily="2" charset="0"/>
              </a:rPr>
              <a:t> </a:t>
            </a:r>
            <a:r>
              <a:rPr lang="en-GB" sz="1300" dirty="0" err="1">
                <a:latin typeface="HSE Sans" panose="02000000000000000000" pitchFamily="2" charset="0"/>
              </a:rPr>
              <a:t>adipiscing</a:t>
            </a:r>
            <a:r>
              <a:rPr lang="en-GB" sz="1300" dirty="0">
                <a:latin typeface="HSE Sans" panose="02000000000000000000" pitchFamily="2" charset="0"/>
              </a:rPr>
              <a:t> </a:t>
            </a:r>
            <a:r>
              <a:rPr lang="en-GB" sz="1300" dirty="0" err="1">
                <a:latin typeface="HSE Sans" panose="02000000000000000000" pitchFamily="2" charset="0"/>
              </a:rPr>
              <a:t>elit</a:t>
            </a:r>
            <a:r>
              <a:rPr lang="en-GB" sz="1300" dirty="0">
                <a:latin typeface="HSE Sans" panose="02000000000000000000" pitchFamily="2" charset="0"/>
              </a:rPr>
              <a:t>, </a:t>
            </a:r>
            <a:r>
              <a:rPr lang="en-GB" sz="1300" dirty="0" err="1">
                <a:latin typeface="HSE Sans" panose="02000000000000000000" pitchFamily="2" charset="0"/>
              </a:rPr>
              <a:t>sed</a:t>
            </a:r>
            <a:r>
              <a:rPr lang="en-GB" sz="1300" dirty="0">
                <a:latin typeface="HSE Sans" panose="02000000000000000000" pitchFamily="2" charset="0"/>
              </a:rPr>
              <a:t> do </a:t>
            </a:r>
            <a:r>
              <a:rPr lang="en-GB" sz="1300" dirty="0" err="1">
                <a:latin typeface="HSE Sans" panose="02000000000000000000" pitchFamily="2" charset="0"/>
              </a:rPr>
              <a:t>eiusmod</a:t>
            </a:r>
            <a:r>
              <a:rPr lang="en-GB" sz="1300" dirty="0">
                <a:latin typeface="HSE Sans" panose="02000000000000000000" pitchFamily="2" charset="0"/>
              </a:rPr>
              <a:t> </a:t>
            </a:r>
            <a:r>
              <a:rPr lang="en-GB" sz="1300" dirty="0" err="1">
                <a:latin typeface="HSE Sans" panose="02000000000000000000" pitchFamily="2" charset="0"/>
              </a:rPr>
              <a:t>tempor</a:t>
            </a:r>
            <a:r>
              <a:rPr lang="en-GB" sz="1300" dirty="0">
                <a:latin typeface="HSE Sans" panose="02000000000000000000" pitchFamily="2" charset="0"/>
              </a:rPr>
              <a:t> </a:t>
            </a:r>
            <a:r>
              <a:rPr lang="en-GB" sz="1300" dirty="0" err="1">
                <a:latin typeface="HSE Sans" panose="02000000000000000000" pitchFamily="2" charset="0"/>
              </a:rPr>
              <a:t>incididunt</a:t>
            </a:r>
            <a:r>
              <a:rPr lang="en-GB" sz="1300" dirty="0">
                <a:latin typeface="HSE Sans" panose="02000000000000000000" pitchFamily="2" charset="0"/>
              </a:rPr>
              <a:t> </a:t>
            </a:r>
            <a:r>
              <a:rPr lang="en-GB" sz="1300" dirty="0" err="1">
                <a:latin typeface="HSE Sans" panose="02000000000000000000" pitchFamily="2" charset="0"/>
              </a:rPr>
              <a:t>ut</a:t>
            </a:r>
            <a:r>
              <a:rPr lang="en-GB" sz="1300" dirty="0">
                <a:latin typeface="HSE Sans" panose="02000000000000000000" pitchFamily="2" charset="0"/>
              </a:rPr>
              <a:t> </a:t>
            </a:r>
            <a:r>
              <a:rPr lang="en-GB" sz="1300" dirty="0" err="1">
                <a:latin typeface="HSE Sans" panose="02000000000000000000" pitchFamily="2" charset="0"/>
              </a:rPr>
              <a:t>labore</a:t>
            </a:r>
            <a:r>
              <a:rPr lang="en-GB" sz="1300" dirty="0">
                <a:latin typeface="HSE Sans" panose="02000000000000000000" pitchFamily="2" charset="0"/>
              </a:rPr>
              <a:t> et dolore magna </a:t>
            </a:r>
            <a:r>
              <a:rPr lang="en-GB" sz="1300" dirty="0" err="1">
                <a:latin typeface="HSE Sans" panose="02000000000000000000" pitchFamily="2" charset="0"/>
              </a:rPr>
              <a:t>aliqua</a:t>
            </a:r>
            <a:r>
              <a:rPr lang="en-GB" sz="1300" dirty="0">
                <a:latin typeface="HSE Sans" panose="02000000000000000000" pitchFamily="2" charset="0"/>
              </a:rPr>
              <a:t>. Ut </a:t>
            </a:r>
            <a:r>
              <a:rPr lang="en-GB" sz="1300" dirty="0" err="1">
                <a:latin typeface="HSE Sans" panose="02000000000000000000" pitchFamily="2" charset="0"/>
              </a:rPr>
              <a:t>enim</a:t>
            </a:r>
            <a:r>
              <a:rPr lang="en-GB" sz="1300" dirty="0">
                <a:latin typeface="HSE Sans" panose="02000000000000000000" pitchFamily="2" charset="0"/>
              </a:rPr>
              <a:t> ad minim </a:t>
            </a:r>
            <a:r>
              <a:rPr lang="en-GB" sz="1300" dirty="0" err="1">
                <a:latin typeface="HSE Sans" panose="02000000000000000000" pitchFamily="2" charset="0"/>
              </a:rPr>
              <a:t>veniam</a:t>
            </a:r>
            <a:r>
              <a:rPr lang="en-GB" sz="1300" dirty="0">
                <a:latin typeface="HSE Sans" panose="02000000000000000000" pitchFamily="2" charset="0"/>
              </a:rPr>
              <a:t>, </a:t>
            </a:r>
            <a:r>
              <a:rPr lang="en-GB" sz="1300" dirty="0" err="1">
                <a:latin typeface="HSE Sans" panose="02000000000000000000" pitchFamily="2" charset="0"/>
              </a:rPr>
              <a:t>quis</a:t>
            </a:r>
            <a:r>
              <a:rPr lang="en-GB" sz="1300" dirty="0">
                <a:latin typeface="HSE Sans" panose="02000000000000000000" pitchFamily="2" charset="0"/>
              </a:rPr>
              <a:t> </a:t>
            </a:r>
            <a:r>
              <a:rPr lang="en-GB" sz="1300" dirty="0" err="1">
                <a:latin typeface="HSE Sans" panose="02000000000000000000" pitchFamily="2" charset="0"/>
              </a:rPr>
              <a:t>nostrud</a:t>
            </a:r>
            <a:r>
              <a:rPr lang="en-GB" sz="1300" dirty="0">
                <a:latin typeface="HSE Sans" panose="02000000000000000000" pitchFamily="2" charset="0"/>
              </a:rPr>
              <a:t> exercitation </a:t>
            </a:r>
            <a:r>
              <a:rPr lang="en-GB" sz="1300" dirty="0" err="1">
                <a:latin typeface="HSE Sans" panose="02000000000000000000" pitchFamily="2" charset="0"/>
              </a:rPr>
              <a:t>ullamco</a:t>
            </a:r>
            <a:r>
              <a:rPr lang="en-GB" sz="1300" dirty="0">
                <a:latin typeface="HSE Sans" panose="02000000000000000000" pitchFamily="2" charset="0"/>
              </a:rPr>
              <a:t> </a:t>
            </a:r>
            <a:r>
              <a:rPr lang="en-GB" sz="1300" dirty="0" err="1">
                <a:latin typeface="HSE Sans" panose="02000000000000000000" pitchFamily="2" charset="0"/>
              </a:rPr>
              <a:t>laboris</a:t>
            </a:r>
            <a:r>
              <a:rPr lang="en-GB" sz="1300" dirty="0">
                <a:latin typeface="HSE Sans" panose="02000000000000000000" pitchFamily="2" charset="0"/>
              </a:rPr>
              <a:t> nisi </a:t>
            </a:r>
            <a:r>
              <a:rPr lang="en-GB" sz="1300" dirty="0" err="1">
                <a:latin typeface="HSE Sans" panose="02000000000000000000" pitchFamily="2" charset="0"/>
              </a:rPr>
              <a:t>ut</a:t>
            </a:r>
            <a:r>
              <a:rPr lang="en-GB" sz="1300" dirty="0">
                <a:latin typeface="HSE Sans" panose="02000000000000000000" pitchFamily="2" charset="0"/>
              </a:rPr>
              <a:t> </a:t>
            </a:r>
            <a:r>
              <a:rPr lang="en-GB" sz="1300" dirty="0" err="1">
                <a:latin typeface="HSE Sans" panose="02000000000000000000" pitchFamily="2" charset="0"/>
              </a:rPr>
              <a:t>aliquip</a:t>
            </a:r>
            <a:r>
              <a:rPr lang="en-GB" sz="1300" dirty="0">
                <a:latin typeface="HSE Sans" panose="02000000000000000000" pitchFamily="2" charset="0"/>
              </a:rPr>
              <a:t> ex </a:t>
            </a:r>
            <a:r>
              <a:rPr lang="en-GB" sz="1300" dirty="0" err="1">
                <a:latin typeface="HSE Sans" panose="02000000000000000000" pitchFamily="2" charset="0"/>
              </a:rPr>
              <a:t>ea</a:t>
            </a:r>
            <a:r>
              <a:rPr lang="en-GB" sz="1300" dirty="0">
                <a:latin typeface="HSE Sans" panose="02000000000000000000" pitchFamily="2" charset="0"/>
              </a:rPr>
              <a:t> </a:t>
            </a:r>
            <a:r>
              <a:rPr lang="en-GB" sz="1300" dirty="0" err="1">
                <a:latin typeface="HSE Sans" panose="02000000000000000000" pitchFamily="2" charset="0"/>
              </a:rPr>
              <a:t>commodo</a:t>
            </a:r>
            <a:r>
              <a:rPr lang="en-GB" sz="1300" dirty="0">
                <a:latin typeface="HSE Sans" panose="02000000000000000000" pitchFamily="2" charset="0"/>
              </a:rPr>
              <a:t> </a:t>
            </a:r>
            <a:r>
              <a:rPr lang="en-GB" sz="1300" dirty="0" err="1">
                <a:latin typeface="HSE Sans" panose="02000000000000000000" pitchFamily="2" charset="0"/>
              </a:rPr>
              <a:t>consequat</a:t>
            </a:r>
            <a:r>
              <a:rPr lang="en-GB" sz="1300" dirty="0">
                <a:latin typeface="HSE Sans" panose="02000000000000000000" pitchFamily="2" charset="0"/>
              </a:rPr>
              <a:t>. Duis </a:t>
            </a:r>
            <a:r>
              <a:rPr lang="en-GB" sz="1300" dirty="0" err="1">
                <a:latin typeface="HSE Sans" panose="02000000000000000000" pitchFamily="2" charset="0"/>
              </a:rPr>
              <a:t>aute</a:t>
            </a:r>
            <a:r>
              <a:rPr lang="en-GB" sz="1300" dirty="0">
                <a:latin typeface="HSE Sans" panose="02000000000000000000" pitchFamily="2" charset="0"/>
              </a:rPr>
              <a:t> </a:t>
            </a:r>
            <a:r>
              <a:rPr lang="en-GB" sz="1300" dirty="0" err="1">
                <a:latin typeface="HSE Sans" panose="02000000000000000000" pitchFamily="2" charset="0"/>
              </a:rPr>
              <a:t>irure</a:t>
            </a:r>
            <a:r>
              <a:rPr lang="en-GB" sz="1300" dirty="0">
                <a:latin typeface="HSE Sans" panose="02000000000000000000" pitchFamily="2" charset="0"/>
              </a:rPr>
              <a:t> </a:t>
            </a:r>
            <a:r>
              <a:rPr lang="en-GB" sz="1300" dirty="0" err="1">
                <a:latin typeface="HSE Sans" panose="02000000000000000000" pitchFamily="2" charset="0"/>
              </a:rPr>
              <a:t>dolor</a:t>
            </a:r>
            <a:r>
              <a:rPr lang="en-GB" sz="1300" dirty="0">
                <a:latin typeface="HSE Sans" panose="02000000000000000000" pitchFamily="2" charset="0"/>
              </a:rPr>
              <a:t> in </a:t>
            </a:r>
            <a:r>
              <a:rPr lang="en-GB" sz="1300" dirty="0" err="1">
                <a:latin typeface="HSE Sans" panose="02000000000000000000" pitchFamily="2" charset="0"/>
              </a:rPr>
              <a:t>reprehenderit</a:t>
            </a:r>
            <a:r>
              <a:rPr lang="en-GB" sz="1300" dirty="0">
                <a:latin typeface="HSE Sans" panose="02000000000000000000" pitchFamily="2" charset="0"/>
              </a:rPr>
              <a:t> in </a:t>
            </a:r>
            <a:r>
              <a:rPr lang="en-GB" sz="1300" dirty="0" err="1">
                <a:latin typeface="HSE Sans" panose="02000000000000000000" pitchFamily="2" charset="0"/>
              </a:rPr>
              <a:t>voluptate</a:t>
            </a:r>
            <a:r>
              <a:rPr lang="en-GB" sz="1300" dirty="0">
                <a:latin typeface="HSE Sans" panose="02000000000000000000" pitchFamily="2" charset="0"/>
              </a:rPr>
              <a:t> </a:t>
            </a:r>
            <a:r>
              <a:rPr lang="en-GB" sz="1300" dirty="0" err="1">
                <a:latin typeface="HSE Sans" panose="02000000000000000000" pitchFamily="2" charset="0"/>
              </a:rPr>
              <a:t>velit</a:t>
            </a:r>
            <a:r>
              <a:rPr lang="en-GB" sz="1300" dirty="0">
                <a:latin typeface="HSE Sans" panose="02000000000000000000" pitchFamily="2" charset="0"/>
              </a:rPr>
              <a:t> </a:t>
            </a:r>
            <a:r>
              <a:rPr lang="en-GB" sz="1300" dirty="0" err="1">
                <a:latin typeface="HSE Sans" panose="02000000000000000000" pitchFamily="2" charset="0"/>
              </a:rPr>
              <a:t>esse</a:t>
            </a:r>
            <a:r>
              <a:rPr lang="en-GB" sz="1300" dirty="0">
                <a:latin typeface="HSE Sans" panose="02000000000000000000" pitchFamily="2" charset="0"/>
              </a:rPr>
              <a:t> </a:t>
            </a:r>
            <a:r>
              <a:rPr lang="en-GB" sz="1300" dirty="0" err="1">
                <a:latin typeface="HSE Sans" panose="02000000000000000000" pitchFamily="2" charset="0"/>
              </a:rPr>
              <a:t>cillum</a:t>
            </a:r>
            <a:r>
              <a:rPr lang="en-GB" sz="1300" dirty="0">
                <a:latin typeface="HSE Sans" panose="02000000000000000000" pitchFamily="2" charset="0"/>
              </a:rPr>
              <a:t> dolore </a:t>
            </a:r>
            <a:r>
              <a:rPr lang="en-GB" sz="1300" dirty="0" err="1">
                <a:latin typeface="HSE Sans" panose="02000000000000000000" pitchFamily="2" charset="0"/>
              </a:rPr>
              <a:t>eu</a:t>
            </a:r>
            <a:r>
              <a:rPr lang="en-GB" sz="1300" dirty="0">
                <a:latin typeface="HSE Sans" panose="02000000000000000000" pitchFamily="2" charset="0"/>
              </a:rPr>
              <a:t> </a:t>
            </a:r>
            <a:r>
              <a:rPr lang="en-GB" sz="1300" dirty="0" err="1">
                <a:latin typeface="HSE Sans" panose="02000000000000000000" pitchFamily="2" charset="0"/>
              </a:rPr>
              <a:t>fugiat</a:t>
            </a:r>
            <a:r>
              <a:rPr lang="en-GB" sz="1300" dirty="0">
                <a:latin typeface="HSE Sans" panose="02000000000000000000" pitchFamily="2" charset="0"/>
              </a:rPr>
              <a:t> </a:t>
            </a:r>
            <a:r>
              <a:rPr lang="en-GB" sz="1300" dirty="0" err="1">
                <a:latin typeface="HSE Sans" panose="02000000000000000000" pitchFamily="2" charset="0"/>
              </a:rPr>
              <a:t>nulla</a:t>
            </a:r>
            <a:r>
              <a:rPr lang="en-GB" sz="1300" dirty="0">
                <a:latin typeface="HSE Sans" panose="02000000000000000000" pitchFamily="2" charset="0"/>
              </a:rPr>
              <a:t> </a:t>
            </a:r>
            <a:r>
              <a:rPr lang="en-GB" sz="1300" dirty="0" err="1">
                <a:latin typeface="HSE Sans" panose="02000000000000000000" pitchFamily="2" charset="0"/>
              </a:rPr>
              <a:t>pariatur</a:t>
            </a:r>
            <a:r>
              <a:rPr lang="en-GB" sz="1300" dirty="0">
                <a:latin typeface="HSE Sans" panose="02000000000000000000" pitchFamily="2" charset="0"/>
              </a:rPr>
              <a:t>. </a:t>
            </a:r>
            <a:r>
              <a:rPr lang="en-GB" sz="1300" dirty="0" err="1">
                <a:latin typeface="HSE Sans" panose="02000000000000000000" pitchFamily="2" charset="0"/>
              </a:rPr>
              <a:t>Excepteur</a:t>
            </a:r>
            <a:r>
              <a:rPr lang="en-GB" sz="1300" dirty="0">
                <a:latin typeface="HSE Sans" panose="02000000000000000000" pitchFamily="2" charset="0"/>
              </a:rPr>
              <a:t> </a:t>
            </a:r>
            <a:r>
              <a:rPr lang="en-GB" sz="1300" dirty="0" err="1">
                <a:latin typeface="HSE Sans" panose="02000000000000000000" pitchFamily="2" charset="0"/>
              </a:rPr>
              <a:t>sint</a:t>
            </a:r>
            <a:r>
              <a:rPr lang="en-GB" sz="1300" dirty="0">
                <a:latin typeface="HSE Sans" panose="02000000000000000000" pitchFamily="2" charset="0"/>
              </a:rPr>
              <a:t> </a:t>
            </a:r>
            <a:r>
              <a:rPr lang="en-GB" sz="1300" dirty="0" err="1">
                <a:latin typeface="HSE Sans" panose="02000000000000000000" pitchFamily="2" charset="0"/>
              </a:rPr>
              <a:t>occaecat</a:t>
            </a:r>
            <a:r>
              <a:rPr lang="en-GB" sz="1300" dirty="0">
                <a:latin typeface="HSE Sans" panose="02000000000000000000" pitchFamily="2" charset="0"/>
              </a:rPr>
              <a:t> </a:t>
            </a:r>
            <a:r>
              <a:rPr lang="en-GB" sz="1300" dirty="0" err="1">
                <a:latin typeface="HSE Sans" panose="02000000000000000000" pitchFamily="2" charset="0"/>
              </a:rPr>
              <a:t>cupidatat</a:t>
            </a:r>
            <a:r>
              <a:rPr lang="en-GB" sz="1300" dirty="0">
                <a:latin typeface="HSE Sans" panose="02000000000000000000" pitchFamily="2" charset="0"/>
              </a:rPr>
              <a:t> non </a:t>
            </a:r>
            <a:r>
              <a:rPr lang="en-GB" sz="1300" dirty="0" err="1">
                <a:latin typeface="HSE Sans" panose="02000000000000000000" pitchFamily="2" charset="0"/>
              </a:rPr>
              <a:t>proident</a:t>
            </a:r>
            <a:r>
              <a:rPr lang="en-GB" sz="1300" dirty="0">
                <a:latin typeface="HSE Sans" panose="02000000000000000000" pitchFamily="2" charset="0"/>
              </a:rPr>
              <a:t>, sunt in culpa qui </a:t>
            </a:r>
            <a:r>
              <a:rPr lang="en-GB" sz="1300" dirty="0" err="1">
                <a:latin typeface="HSE Sans" panose="02000000000000000000" pitchFamily="2" charset="0"/>
              </a:rPr>
              <a:t>officia</a:t>
            </a:r>
            <a:r>
              <a:rPr lang="en-GB" sz="1300" dirty="0">
                <a:latin typeface="HSE Sans" panose="02000000000000000000" pitchFamily="2" charset="0"/>
              </a:rPr>
              <a:t> </a:t>
            </a:r>
            <a:r>
              <a:rPr lang="en-GB" sz="1300" dirty="0" err="1">
                <a:latin typeface="HSE Sans" panose="02000000000000000000" pitchFamily="2" charset="0"/>
              </a:rPr>
              <a:t>deserunt</a:t>
            </a:r>
            <a:r>
              <a:rPr lang="en-GB" sz="1300" dirty="0">
                <a:latin typeface="HSE Sans" panose="02000000000000000000" pitchFamily="2" charset="0"/>
              </a:rPr>
              <a:t> </a:t>
            </a:r>
            <a:r>
              <a:rPr lang="en-GB" sz="1300" dirty="0" err="1">
                <a:latin typeface="HSE Sans" panose="02000000000000000000" pitchFamily="2" charset="0"/>
              </a:rPr>
              <a:t>mollit</a:t>
            </a:r>
            <a:r>
              <a:rPr lang="en-GB" sz="1300" dirty="0">
                <a:latin typeface="HSE Sans" panose="02000000000000000000" pitchFamily="2" charset="0"/>
              </a:rPr>
              <a:t> </a:t>
            </a:r>
            <a:r>
              <a:rPr lang="en-GB" sz="1300" dirty="0" err="1">
                <a:latin typeface="HSE Sans" panose="02000000000000000000" pitchFamily="2" charset="0"/>
              </a:rPr>
              <a:t>anim</a:t>
            </a:r>
            <a:r>
              <a:rPr lang="en-GB" sz="1300" dirty="0">
                <a:latin typeface="HSE Sans" panose="02000000000000000000" pitchFamily="2" charset="0"/>
              </a:rPr>
              <a:t> id </a:t>
            </a:r>
            <a:r>
              <a:rPr lang="en-GB" sz="1300" dirty="0" err="1">
                <a:latin typeface="HSE Sans" panose="02000000000000000000" pitchFamily="2" charset="0"/>
              </a:rPr>
              <a:t>est</a:t>
            </a:r>
            <a:r>
              <a:rPr lang="en-GB" sz="1300" dirty="0">
                <a:latin typeface="HSE Sans" panose="02000000000000000000" pitchFamily="2" charset="0"/>
              </a:rPr>
              <a:t> </a:t>
            </a:r>
            <a:r>
              <a:rPr lang="en-GB" sz="1300" dirty="0" err="1">
                <a:latin typeface="HSE Sans" panose="02000000000000000000" pitchFamily="2" charset="0"/>
              </a:rPr>
              <a:t>laborum</a:t>
            </a:r>
            <a:r>
              <a:rPr lang="en-GB" sz="1300" dirty="0">
                <a:latin typeface="HSE Sans" panose="02000000000000000000" pitchFamily="2" charset="0"/>
              </a:rPr>
              <a:t>.</a:t>
            </a:r>
            <a:endParaRPr lang="ru-RU" sz="1300" dirty="0">
              <a:latin typeface="HSE Sans" panose="02000000000000000000" pitchFamily="2" charset="0"/>
            </a:endParaRPr>
          </a:p>
        </p:txBody>
      </p:sp>
      <p:sp>
        <p:nvSpPr>
          <p:cNvPr id="16" name="Текст 37">
            <a:extLst>
              <a:ext uri="{FF2B5EF4-FFF2-40B4-BE49-F238E27FC236}">
                <a16:creationId xmlns:a16="http://schemas.microsoft.com/office/drawing/2014/main" id="{6809E15B-CD0E-2F47-B500-B457A9CCBB37}"/>
              </a:ext>
            </a:extLst>
          </p:cNvPr>
          <p:cNvSpPr>
            <a:spLocks noGrp="1"/>
          </p:cNvSpPr>
          <p:nvPr>
            <p:ph type="body" sz="quarter" idx="13" hasCustomPrompt="1"/>
          </p:nvPr>
        </p:nvSpPr>
        <p:spPr>
          <a:xfrm>
            <a:off x="1143689" y="540904"/>
            <a:ext cx="1901825" cy="415925"/>
          </a:xfrm>
          <a:prstGeom prst="rect">
            <a:avLst/>
          </a:prstGeom>
        </p:spPr>
        <p:txBody>
          <a:bodyPr lIns="0" tIns="0" rIns="0" bIns="0">
            <a:noAutofit/>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sz="1000" b="0" i="0">
                <a:latin typeface="HSE Sans" panose="02000000000000000000" pitchFamily="2" charset="0"/>
              </a:defRPr>
            </a:lvl1pPr>
            <a:lvl2pPr marL="457200" indent="0">
              <a:lnSpc>
                <a:spcPct val="100000"/>
              </a:lnSpc>
              <a:buNone/>
              <a:defRPr sz="1000" b="0" i="0">
                <a:latin typeface="HSE Sans" panose="02000000000000000000" pitchFamily="2" charset="0"/>
              </a:defRPr>
            </a:lvl2pPr>
            <a:lvl3pPr marL="914400" indent="0">
              <a:lnSpc>
                <a:spcPct val="100000"/>
              </a:lnSpc>
              <a:buNone/>
              <a:defRPr sz="1000" b="0" i="0">
                <a:latin typeface="HSE Sans" panose="02000000000000000000" pitchFamily="2" charset="0"/>
              </a:defRPr>
            </a:lvl3pPr>
            <a:lvl4pPr marL="1371600" indent="0">
              <a:lnSpc>
                <a:spcPct val="100000"/>
              </a:lnSpc>
              <a:buNone/>
              <a:defRPr sz="1000" b="0" i="0">
                <a:latin typeface="HSE Sans" panose="02000000000000000000" pitchFamily="2" charset="0"/>
              </a:defRPr>
            </a:lvl4pPr>
            <a:lvl5pPr marL="1828800" indent="0">
              <a:lnSpc>
                <a:spcPct val="100000"/>
              </a:lnSpc>
              <a:buNone/>
              <a:defRPr sz="1000" b="0" i="0">
                <a:latin typeface="HSE Sans" panose="02000000000000000000" pitchFamily="2" charset="0"/>
              </a:defRPr>
            </a:lvl5pPr>
          </a:lstStyle>
          <a:p>
            <a:r>
              <a:rPr lang="en-US" sz="1000" dirty="0">
                <a:latin typeface="HSE Sans" panose="02000000000000000000" pitchFamily="2" charset="0"/>
              </a:rPr>
              <a:t>Name of subdivisions in two or three lines </a:t>
            </a:r>
            <a:r>
              <a:rPr lang="en-GB" sz="1000" dirty="0">
                <a:latin typeface="HSE Sans" panose="02000000000000000000" pitchFamily="2" charset="0"/>
              </a:rPr>
              <a:t>(10 </a:t>
            </a:r>
            <a:r>
              <a:rPr lang="en-GB" sz="1000" dirty="0" err="1">
                <a:latin typeface="HSE Sans" panose="02000000000000000000" pitchFamily="2" charset="0"/>
              </a:rPr>
              <a:t>pt</a:t>
            </a:r>
            <a:r>
              <a:rPr lang="en-GB" sz="1000" dirty="0">
                <a:latin typeface="HSE Sans" panose="02000000000000000000" pitchFamily="2" charset="0"/>
              </a:rPr>
              <a:t>)</a:t>
            </a:r>
            <a:endParaRPr lang="ru-RU" sz="1000" dirty="0">
              <a:latin typeface="HSE Sans" panose="02000000000000000000" pitchFamily="2" charset="0"/>
            </a:endParaRPr>
          </a:p>
        </p:txBody>
      </p:sp>
      <p:sp>
        <p:nvSpPr>
          <p:cNvPr id="22" name="Текст 39">
            <a:extLst>
              <a:ext uri="{FF2B5EF4-FFF2-40B4-BE49-F238E27FC236}">
                <a16:creationId xmlns:a16="http://schemas.microsoft.com/office/drawing/2014/main" id="{7E0B9771-35DC-D24C-B598-648DE6F8DE64}"/>
              </a:ext>
            </a:extLst>
          </p:cNvPr>
          <p:cNvSpPr>
            <a:spLocks noGrp="1"/>
          </p:cNvSpPr>
          <p:nvPr>
            <p:ph type="body" sz="quarter" idx="14" hasCustomPrompt="1"/>
          </p:nvPr>
        </p:nvSpPr>
        <p:spPr>
          <a:xfrm>
            <a:off x="3459163" y="548720"/>
            <a:ext cx="2070100" cy="408109"/>
          </a:xfrm>
          <a:prstGeom prst="rect">
            <a:avLst/>
          </a:prstGeom>
        </p:spPr>
        <p:txBody>
          <a:bodyPr lIns="0" tIns="0" rIns="0" bIns="0">
            <a:noAutofit/>
          </a:bodyPr>
          <a:lstStyle>
            <a:lvl1pPr marL="0" indent="0">
              <a:lnSpc>
                <a:spcPct val="100000"/>
              </a:lnSpc>
              <a:spcBef>
                <a:spcPts val="0"/>
              </a:spcBef>
              <a:buNone/>
              <a:defRPr sz="1000" b="0" i="0">
                <a:solidFill>
                  <a:srgbClr val="0E2D69"/>
                </a:solidFill>
                <a:latin typeface="HSE Sans" panose="02000000000000000000" pitchFamily="2" charset="0"/>
              </a:defRPr>
            </a:lvl1pPr>
            <a:lvl2pPr marL="457200" indent="0">
              <a:buNone/>
              <a:defRPr sz="1000" b="0" i="0">
                <a:solidFill>
                  <a:srgbClr val="0E2D69"/>
                </a:solidFill>
                <a:latin typeface="HSE Sans" panose="02000000000000000000" pitchFamily="2" charset="0"/>
              </a:defRPr>
            </a:lvl2pPr>
            <a:lvl3pPr marL="914400" indent="0">
              <a:buNone/>
              <a:defRPr sz="1000" b="0" i="0">
                <a:solidFill>
                  <a:srgbClr val="0E2D69"/>
                </a:solidFill>
                <a:latin typeface="HSE Sans" panose="02000000000000000000" pitchFamily="2" charset="0"/>
              </a:defRPr>
            </a:lvl3pPr>
            <a:lvl4pPr marL="1371600" indent="0">
              <a:buNone/>
              <a:defRPr sz="1000" b="0" i="0">
                <a:solidFill>
                  <a:srgbClr val="0E2D69"/>
                </a:solidFill>
                <a:latin typeface="HSE Sans" panose="02000000000000000000" pitchFamily="2" charset="0"/>
              </a:defRPr>
            </a:lvl4pPr>
            <a:lvl5pPr marL="1828800" indent="0">
              <a:buNone/>
              <a:defRPr sz="1000" b="0" i="0">
                <a:solidFill>
                  <a:srgbClr val="0E2D69"/>
                </a:solidFill>
                <a:latin typeface="HSE Sans" panose="02000000000000000000" pitchFamily="2" charset="0"/>
              </a:defRPr>
            </a:lvl5pPr>
          </a:lstStyle>
          <a:p>
            <a:r>
              <a:rPr lang="en-GB" sz="1000" dirty="0">
                <a:latin typeface="HSE Sans" panose="02000000000000000000" pitchFamily="2" charset="0"/>
              </a:rPr>
              <a:t>Name of presentation can be provided in two or three lines (10 </a:t>
            </a:r>
            <a:r>
              <a:rPr lang="en-GB" sz="1000" dirty="0" err="1">
                <a:latin typeface="HSE Sans" panose="02000000000000000000" pitchFamily="2" charset="0"/>
              </a:rPr>
              <a:t>pt</a:t>
            </a:r>
            <a:r>
              <a:rPr lang="en-GB" sz="1000" dirty="0">
                <a:latin typeface="HSE Sans" panose="02000000000000000000" pitchFamily="2" charset="0"/>
              </a:rPr>
              <a:t>)</a:t>
            </a:r>
            <a:endParaRPr lang="ru-RU" sz="1000" dirty="0">
              <a:latin typeface="HSE Sans" panose="02000000000000000000" pitchFamily="2" charset="0"/>
            </a:endParaRPr>
          </a:p>
        </p:txBody>
      </p:sp>
      <p:sp>
        <p:nvSpPr>
          <p:cNvPr id="23" name="Текст 39">
            <a:extLst>
              <a:ext uri="{FF2B5EF4-FFF2-40B4-BE49-F238E27FC236}">
                <a16:creationId xmlns:a16="http://schemas.microsoft.com/office/drawing/2014/main" id="{5B1ACD18-BD14-2B4B-BA0A-46A5167E2C75}"/>
              </a:ext>
            </a:extLst>
          </p:cNvPr>
          <p:cNvSpPr>
            <a:spLocks noGrp="1"/>
          </p:cNvSpPr>
          <p:nvPr>
            <p:ph type="body" sz="quarter" idx="15" hasCustomPrompt="1"/>
          </p:nvPr>
        </p:nvSpPr>
        <p:spPr>
          <a:xfrm>
            <a:off x="6259892" y="548720"/>
            <a:ext cx="2070100" cy="408109"/>
          </a:xfrm>
          <a:prstGeom prst="rect">
            <a:avLst/>
          </a:prstGeom>
        </p:spPr>
        <p:txBody>
          <a:bodyPr lIns="0" tIns="0" rIns="0" bIns="0">
            <a:noAutofit/>
          </a:bodyPr>
          <a:lstStyle>
            <a:lvl1pPr marL="0" indent="0">
              <a:lnSpc>
                <a:spcPct val="100000"/>
              </a:lnSpc>
              <a:spcBef>
                <a:spcPts val="0"/>
              </a:spcBef>
              <a:buNone/>
              <a:defRPr sz="1000" b="0" i="0">
                <a:solidFill>
                  <a:srgbClr val="0E2D69"/>
                </a:solidFill>
                <a:latin typeface="HSE Sans" panose="02000000000000000000" pitchFamily="2" charset="0"/>
              </a:defRPr>
            </a:lvl1pPr>
            <a:lvl2pPr marL="457200" indent="0">
              <a:buNone/>
              <a:defRPr sz="1000" b="0" i="0">
                <a:solidFill>
                  <a:srgbClr val="0E2D69"/>
                </a:solidFill>
                <a:latin typeface="HSE Sans" panose="02000000000000000000" pitchFamily="2" charset="0"/>
              </a:defRPr>
            </a:lvl2pPr>
            <a:lvl3pPr marL="914400" indent="0">
              <a:buNone/>
              <a:defRPr sz="1000" b="0" i="0">
                <a:solidFill>
                  <a:srgbClr val="0E2D69"/>
                </a:solidFill>
                <a:latin typeface="HSE Sans" panose="02000000000000000000" pitchFamily="2" charset="0"/>
              </a:defRPr>
            </a:lvl3pPr>
            <a:lvl4pPr marL="1371600" indent="0">
              <a:buNone/>
              <a:defRPr sz="1000" b="0" i="0">
                <a:solidFill>
                  <a:srgbClr val="0E2D69"/>
                </a:solidFill>
                <a:latin typeface="HSE Sans" panose="02000000000000000000" pitchFamily="2" charset="0"/>
              </a:defRPr>
            </a:lvl4pPr>
            <a:lvl5pPr marL="1828800" indent="0">
              <a:buNone/>
              <a:defRPr sz="1000" b="0" i="0">
                <a:solidFill>
                  <a:srgbClr val="0E2D69"/>
                </a:solidFill>
                <a:latin typeface="HSE Sans" panose="02000000000000000000" pitchFamily="2" charset="0"/>
              </a:defRPr>
            </a:lvl5pPr>
          </a:lstStyle>
          <a:p>
            <a:r>
              <a:rPr lang="en-GB" sz="1000" dirty="0">
                <a:latin typeface="HSE Sans" panose="02000000000000000000" pitchFamily="2" charset="0"/>
              </a:rPr>
              <a:t>Name of presentation can be provided in two or three lines (10 </a:t>
            </a:r>
            <a:r>
              <a:rPr lang="en-GB" sz="1000" dirty="0" err="1">
                <a:latin typeface="HSE Sans" panose="02000000000000000000" pitchFamily="2" charset="0"/>
              </a:rPr>
              <a:t>pt</a:t>
            </a:r>
            <a:r>
              <a:rPr lang="en-GB" sz="1000" dirty="0">
                <a:latin typeface="HSE Sans" panose="02000000000000000000" pitchFamily="2" charset="0"/>
              </a:rPr>
              <a:t>)</a:t>
            </a:r>
            <a:endParaRPr lang="ru-RU" sz="1000" dirty="0">
              <a:latin typeface="HSE Sans" panose="02000000000000000000" pitchFamily="2" charset="0"/>
            </a:endParaRPr>
          </a:p>
        </p:txBody>
      </p:sp>
    </p:spTree>
    <p:extLst>
      <p:ext uri="{BB962C8B-B14F-4D97-AF65-F5344CB8AC3E}">
        <p14:creationId xmlns:p14="http://schemas.microsoft.com/office/powerpoint/2010/main" val="323677154"/>
      </p:ext>
    </p:extLst>
  </p:cSld>
  <p:clrMapOvr>
    <a:masterClrMapping/>
  </p:clrMapOvr>
  <mc:AlternateContent xmlns:mc="http://schemas.openxmlformats.org/markup-compatibility/2006">
    <mc:Choice xmlns:p14="http://schemas.microsoft.com/office/powerpoint/2010/main" Requires="p14">
      <p:transition p14:dur="10" advClick="0" advTm="30000"/>
    </mc:Choice>
    <mc:Fallback>
      <p:transition advClick="0" advTm="30000"/>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цвет">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7" name="Picture 4" descr="Icon&#10;&#10;Description automatically generated">
            <a:extLst>
              <a:ext uri="{FF2B5EF4-FFF2-40B4-BE49-F238E27FC236}">
                <a16:creationId xmlns:a16="http://schemas.microsoft.com/office/drawing/2014/main" id="{9328428E-0D3D-6E4B-BAC0-3F63BAF7DB74}"/>
              </a:ext>
            </a:extLst>
          </p:cNvPr>
          <p:cNvPicPr>
            <a:picLocks noChangeAspect="1"/>
          </p:cNvPicPr>
          <p:nvPr userDrawn="1"/>
        </p:nvPicPr>
        <p:blipFill>
          <a:blip r:embed="rId3"/>
          <a:stretch>
            <a:fillRect/>
          </a:stretch>
        </p:blipFill>
        <p:spPr>
          <a:xfrm>
            <a:off x="517199" y="464363"/>
            <a:ext cx="448276" cy="448276"/>
          </a:xfrm>
          <a:prstGeom prst="rect">
            <a:avLst/>
          </a:prstGeom>
        </p:spPr>
      </p:pic>
      <p:cxnSp>
        <p:nvCxnSpPr>
          <p:cNvPr id="8" name="Straight Connector 19">
            <a:extLst>
              <a:ext uri="{FF2B5EF4-FFF2-40B4-BE49-F238E27FC236}">
                <a16:creationId xmlns:a16="http://schemas.microsoft.com/office/drawing/2014/main" id="{86CF47C6-D972-9E44-A717-6848F3489399}"/>
              </a:ext>
            </a:extLst>
          </p:cNvPr>
          <p:cNvCxnSpPr>
            <a:cxnSpLocks/>
          </p:cNvCxnSpPr>
          <p:nvPr userDrawn="1"/>
        </p:nvCxnSpPr>
        <p:spPr>
          <a:xfrm>
            <a:off x="3298686"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cxnSp>
        <p:nvCxnSpPr>
          <p:cNvPr id="9" name="Straight Connector 21">
            <a:extLst>
              <a:ext uri="{FF2B5EF4-FFF2-40B4-BE49-F238E27FC236}">
                <a16:creationId xmlns:a16="http://schemas.microsoft.com/office/drawing/2014/main" id="{412FEF63-77C0-7C4A-B9BE-4BC0EEEEB78C}"/>
              </a:ext>
            </a:extLst>
          </p:cNvPr>
          <p:cNvCxnSpPr>
            <a:cxnSpLocks/>
          </p:cNvCxnSpPr>
          <p:nvPr userDrawn="1"/>
        </p:nvCxnSpPr>
        <p:spPr>
          <a:xfrm>
            <a:off x="6099416"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cxnSp>
        <p:nvCxnSpPr>
          <p:cNvPr id="10" name="Straight Connector 25">
            <a:extLst>
              <a:ext uri="{FF2B5EF4-FFF2-40B4-BE49-F238E27FC236}">
                <a16:creationId xmlns:a16="http://schemas.microsoft.com/office/drawing/2014/main" id="{C4F550E9-E979-284D-B65F-44E092DD9D02}"/>
              </a:ext>
            </a:extLst>
          </p:cNvPr>
          <p:cNvCxnSpPr>
            <a:cxnSpLocks/>
          </p:cNvCxnSpPr>
          <p:nvPr userDrawn="1"/>
        </p:nvCxnSpPr>
        <p:spPr>
          <a:xfrm>
            <a:off x="10277081"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3A39D099-B515-F343-BF7A-A95468DA3860}"/>
              </a:ext>
            </a:extLst>
          </p:cNvPr>
          <p:cNvSpPr txBox="1"/>
          <p:nvPr userDrawn="1"/>
        </p:nvSpPr>
        <p:spPr>
          <a:xfrm>
            <a:off x="10410201" y="532278"/>
            <a:ext cx="671977" cy="307777"/>
          </a:xfrm>
          <a:prstGeom prst="rect">
            <a:avLst/>
          </a:prstGeom>
          <a:noFill/>
        </p:spPr>
        <p:txBody>
          <a:bodyPr wrap="square" lIns="0" tIns="0" rIns="0" bIns="0" rtlCol="0">
            <a:spAutoFit/>
          </a:bodyPr>
          <a:lstStyle/>
          <a:p>
            <a:fld id="{32AF94B5-93D7-5247-B727-C7089232F508}" type="slidenum">
              <a:rPr lang="ru-RU" sz="2000" smtClean="0">
                <a:solidFill>
                  <a:srgbClr val="102D69"/>
                </a:solidFill>
                <a:latin typeface="HSE Sans" panose="02000000000000000000" pitchFamily="2" charset="0"/>
              </a:rPr>
              <a:t>‹#›</a:t>
            </a:fld>
            <a:endParaRPr lang="ru-RU" sz="2000" dirty="0">
              <a:solidFill>
                <a:srgbClr val="102D69"/>
              </a:solidFill>
              <a:latin typeface="HSE Sans" panose="02000000000000000000" pitchFamily="2" charset="0"/>
            </a:endParaRPr>
          </a:p>
        </p:txBody>
      </p:sp>
      <p:cxnSp>
        <p:nvCxnSpPr>
          <p:cNvPr id="12" name="Straight Connector 59">
            <a:extLst>
              <a:ext uri="{FF2B5EF4-FFF2-40B4-BE49-F238E27FC236}">
                <a16:creationId xmlns:a16="http://schemas.microsoft.com/office/drawing/2014/main" id="{396B1F99-9711-C64F-A7C9-4F1D89E7F11D}"/>
              </a:ext>
            </a:extLst>
          </p:cNvPr>
          <p:cNvCxnSpPr>
            <a:cxnSpLocks/>
          </p:cNvCxnSpPr>
          <p:nvPr userDrawn="1"/>
        </p:nvCxnSpPr>
        <p:spPr>
          <a:xfrm>
            <a:off x="11643868"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sp>
        <p:nvSpPr>
          <p:cNvPr id="19" name="Заголовок 31">
            <a:extLst>
              <a:ext uri="{FF2B5EF4-FFF2-40B4-BE49-F238E27FC236}">
                <a16:creationId xmlns:a16="http://schemas.microsoft.com/office/drawing/2014/main" id="{1C20890C-BC1C-0745-9AF3-46700BA27C4A}"/>
              </a:ext>
            </a:extLst>
          </p:cNvPr>
          <p:cNvSpPr>
            <a:spLocks noGrp="1"/>
          </p:cNvSpPr>
          <p:nvPr>
            <p:ph type="title" hasCustomPrompt="1"/>
          </p:nvPr>
        </p:nvSpPr>
        <p:spPr>
          <a:xfrm>
            <a:off x="585899" y="1447790"/>
            <a:ext cx="4322530" cy="777025"/>
          </a:xfrm>
          <a:prstGeom prst="rect">
            <a:avLst/>
          </a:prstGeom>
        </p:spPr>
        <p:txBody>
          <a:bodyPr lIns="0" tIns="0" rIns="0" bIns="0" anchor="t">
            <a:normAutofit/>
          </a:bodyPr>
          <a:lstStyle>
            <a:lvl1pPr>
              <a:lnSpc>
                <a:spcPct val="100000"/>
              </a:lnSpc>
              <a:defRPr sz="2400" b="0" i="0">
                <a:latin typeface="HSE Sans" panose="02000000000000000000" pitchFamily="2" charset="0"/>
              </a:defRPr>
            </a:lvl1pPr>
          </a:lstStyle>
          <a:p>
            <a:r>
              <a:rPr lang="en-US" sz="2400" dirty="0">
                <a:solidFill>
                  <a:srgbClr val="102D69"/>
                </a:solidFill>
                <a:latin typeface="HSE Sans" panose="02000000000000000000" pitchFamily="2" charset="0"/>
              </a:rPr>
              <a:t>More </a:t>
            </a:r>
            <a:r>
              <a:rPr lang="en-US" sz="2400" dirty="0" err="1">
                <a:solidFill>
                  <a:srgbClr val="102D69"/>
                </a:solidFill>
                <a:latin typeface="HSE Sans" panose="02000000000000000000" pitchFamily="2" charset="0"/>
              </a:rPr>
              <a:t>colours</a:t>
            </a:r>
            <a:r>
              <a:rPr lang="en-US" sz="2400" dirty="0">
                <a:solidFill>
                  <a:srgbClr val="102D69"/>
                </a:solidFill>
                <a:latin typeface="HSE Sans" panose="02000000000000000000" pitchFamily="2" charset="0"/>
              </a:rPr>
              <a:t>: palette</a:t>
            </a:r>
            <a:endParaRPr lang="ru-RU" sz="2400" dirty="0">
              <a:solidFill>
                <a:srgbClr val="102D69"/>
              </a:solidFill>
              <a:latin typeface="HSE Sans" panose="02000000000000000000" pitchFamily="2" charset="0"/>
            </a:endParaRPr>
          </a:p>
        </p:txBody>
      </p:sp>
      <p:sp>
        <p:nvSpPr>
          <p:cNvPr id="20" name="Текст 35">
            <a:extLst>
              <a:ext uri="{FF2B5EF4-FFF2-40B4-BE49-F238E27FC236}">
                <a16:creationId xmlns:a16="http://schemas.microsoft.com/office/drawing/2014/main" id="{CA2589F7-4500-024F-8E07-D726629A599C}"/>
              </a:ext>
            </a:extLst>
          </p:cNvPr>
          <p:cNvSpPr>
            <a:spLocks noGrp="1"/>
          </p:cNvSpPr>
          <p:nvPr>
            <p:ph type="body" sz="quarter" idx="12" hasCustomPrompt="1"/>
          </p:nvPr>
        </p:nvSpPr>
        <p:spPr>
          <a:xfrm>
            <a:off x="585898" y="2379663"/>
            <a:ext cx="4322531" cy="2399371"/>
          </a:xfrm>
          <a:prstGeom prst="rect">
            <a:avLst/>
          </a:prstGeom>
        </p:spPr>
        <p:txBody>
          <a:bodyPr lIns="0" tIns="0" rIns="0">
            <a:normAutofit/>
          </a:bodyPr>
          <a:lstStyle>
            <a:lvl1pPr marL="0" marR="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sz="1300" b="0" i="0">
                <a:solidFill>
                  <a:srgbClr val="0E2D69"/>
                </a:solidFill>
                <a:latin typeface="HSE Sans" panose="02000000000000000000" pitchFamily="2" charset="0"/>
              </a:defRPr>
            </a:lvl1pPr>
            <a:lvl2pPr marL="4572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2pPr>
            <a:lvl3pPr marL="9144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3pPr>
            <a:lvl4pPr marL="13716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4pPr>
            <a:lvl5pPr marL="1828800" indent="0" algn="l">
              <a:lnSpc>
                <a:spcPct val="100000"/>
              </a:lnSpc>
              <a:spcBef>
                <a:spcPts val="1000"/>
              </a:spcBef>
              <a:buFont typeface="Arial" panose="020B0604020202020204" pitchFamily="34" charset="0"/>
              <a:buNone/>
              <a:defRPr sz="1300" b="0" i="0">
                <a:solidFill>
                  <a:srgbClr val="0E2D69"/>
                </a:solidFill>
                <a:latin typeface="HSE Sans" panose="02000000000000000000" pitchFamily="2" charset="0"/>
              </a:defRPr>
            </a:lvl5pPr>
          </a:lstStyle>
          <a:p>
            <a:r>
              <a:rPr lang="en-US" sz="1300" dirty="0">
                <a:latin typeface="HSE Sans" panose="02000000000000000000" pitchFamily="2" charset="0"/>
              </a:rPr>
              <a:t>For tables, graphs , charts and diagrams, you may need to use additional </a:t>
            </a:r>
            <a:r>
              <a:rPr lang="en-US" sz="1300" dirty="0" err="1">
                <a:latin typeface="HSE Sans" panose="02000000000000000000" pitchFamily="2" charset="0"/>
              </a:rPr>
              <a:t>colours</a:t>
            </a:r>
            <a:r>
              <a:rPr lang="en-US" sz="1300" dirty="0">
                <a:latin typeface="HSE Sans" panose="02000000000000000000" pitchFamily="2" charset="0"/>
              </a:rPr>
              <a:t>; you may correctly ask what </a:t>
            </a:r>
            <a:r>
              <a:rPr lang="en-US" sz="1300" dirty="0" err="1">
                <a:latin typeface="HSE Sans" panose="02000000000000000000" pitchFamily="2" charset="0"/>
              </a:rPr>
              <a:t>colours</a:t>
            </a:r>
            <a:r>
              <a:rPr lang="en-US" sz="1300" dirty="0">
                <a:latin typeface="HSE Sans" panose="02000000000000000000" pitchFamily="2" charset="0"/>
              </a:rPr>
              <a:t> can be used and where to find them. We advise using HSE University’s official </a:t>
            </a:r>
            <a:r>
              <a:rPr lang="en-US" sz="1300" dirty="0" err="1">
                <a:latin typeface="HSE Sans" panose="02000000000000000000" pitchFamily="2" charset="0"/>
              </a:rPr>
              <a:t>colour</a:t>
            </a:r>
            <a:r>
              <a:rPr lang="en-US" sz="1300" dirty="0">
                <a:latin typeface="HSE Sans" panose="02000000000000000000" pitchFamily="2" charset="0"/>
              </a:rPr>
              <a:t> scheme for such purposes.</a:t>
            </a:r>
            <a:endParaRPr lang="ru-RU" sz="1300" dirty="0">
              <a:latin typeface="HSE Sans" panose="02000000000000000000" pitchFamily="2" charset="0"/>
            </a:endParaRPr>
          </a:p>
        </p:txBody>
      </p:sp>
      <p:sp>
        <p:nvSpPr>
          <p:cNvPr id="21" name="Oval 5">
            <a:extLst>
              <a:ext uri="{FF2B5EF4-FFF2-40B4-BE49-F238E27FC236}">
                <a16:creationId xmlns:a16="http://schemas.microsoft.com/office/drawing/2014/main" id="{D2CA403A-98E7-6C42-8F44-30AB6622C802}"/>
              </a:ext>
            </a:extLst>
          </p:cNvPr>
          <p:cNvSpPr/>
          <p:nvPr userDrawn="1"/>
        </p:nvSpPr>
        <p:spPr>
          <a:xfrm>
            <a:off x="5392982" y="1447790"/>
            <a:ext cx="830997" cy="830997"/>
          </a:xfrm>
          <a:prstGeom prst="ellipse">
            <a:avLst/>
          </a:prstGeom>
          <a:solidFill>
            <a:srgbClr val="0E2D69"/>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RU"/>
          </a:p>
        </p:txBody>
      </p:sp>
      <p:sp>
        <p:nvSpPr>
          <p:cNvPr id="22" name="Oval 20">
            <a:extLst>
              <a:ext uri="{FF2B5EF4-FFF2-40B4-BE49-F238E27FC236}">
                <a16:creationId xmlns:a16="http://schemas.microsoft.com/office/drawing/2014/main" id="{42ABAA5D-E7AB-6E48-9D43-A48178C9BDD4}"/>
              </a:ext>
            </a:extLst>
          </p:cNvPr>
          <p:cNvSpPr/>
          <p:nvPr userDrawn="1"/>
        </p:nvSpPr>
        <p:spPr>
          <a:xfrm>
            <a:off x="6742925" y="1447790"/>
            <a:ext cx="830997" cy="830997"/>
          </a:xfrm>
          <a:prstGeom prst="ellipse">
            <a:avLst/>
          </a:prstGeom>
          <a:solidFill>
            <a:srgbClr val="234A9B"/>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RU"/>
          </a:p>
        </p:txBody>
      </p:sp>
      <p:sp>
        <p:nvSpPr>
          <p:cNvPr id="23" name="Oval 22">
            <a:extLst>
              <a:ext uri="{FF2B5EF4-FFF2-40B4-BE49-F238E27FC236}">
                <a16:creationId xmlns:a16="http://schemas.microsoft.com/office/drawing/2014/main" id="{209F185A-8F67-9C42-A7C5-87E483F4FC19}"/>
              </a:ext>
            </a:extLst>
          </p:cNvPr>
          <p:cNvSpPr/>
          <p:nvPr userDrawn="1"/>
        </p:nvSpPr>
        <p:spPr>
          <a:xfrm>
            <a:off x="8092868" y="1447790"/>
            <a:ext cx="830997" cy="830997"/>
          </a:xfrm>
          <a:prstGeom prst="ellipse">
            <a:avLst/>
          </a:prstGeom>
          <a:solidFill>
            <a:srgbClr val="11A0D7"/>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RU"/>
          </a:p>
        </p:txBody>
      </p:sp>
      <p:sp>
        <p:nvSpPr>
          <p:cNvPr id="24" name="Oval 23">
            <a:extLst>
              <a:ext uri="{FF2B5EF4-FFF2-40B4-BE49-F238E27FC236}">
                <a16:creationId xmlns:a16="http://schemas.microsoft.com/office/drawing/2014/main" id="{279AE0F6-4E37-6C4D-AF45-824EEE489A15}"/>
              </a:ext>
            </a:extLst>
          </p:cNvPr>
          <p:cNvSpPr/>
          <p:nvPr userDrawn="1"/>
        </p:nvSpPr>
        <p:spPr>
          <a:xfrm>
            <a:off x="9442811" y="1447790"/>
            <a:ext cx="830997" cy="830997"/>
          </a:xfrm>
          <a:prstGeom prst="ellipse">
            <a:avLst/>
          </a:prstGeom>
          <a:solidFill>
            <a:srgbClr val="029C63"/>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RU"/>
          </a:p>
        </p:txBody>
      </p:sp>
      <p:sp>
        <p:nvSpPr>
          <p:cNvPr id="25" name="Oval 26">
            <a:extLst>
              <a:ext uri="{FF2B5EF4-FFF2-40B4-BE49-F238E27FC236}">
                <a16:creationId xmlns:a16="http://schemas.microsoft.com/office/drawing/2014/main" id="{330C0EA4-7FD1-CE4D-AC95-8C484C5AC790}"/>
              </a:ext>
            </a:extLst>
          </p:cNvPr>
          <p:cNvSpPr/>
          <p:nvPr userDrawn="1"/>
        </p:nvSpPr>
        <p:spPr>
          <a:xfrm>
            <a:off x="10792754" y="1447790"/>
            <a:ext cx="830997" cy="830997"/>
          </a:xfrm>
          <a:prstGeom prst="ellipse">
            <a:avLst/>
          </a:prstGeom>
          <a:solidFill>
            <a:srgbClr val="EB681F"/>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RU"/>
          </a:p>
        </p:txBody>
      </p:sp>
      <p:sp>
        <p:nvSpPr>
          <p:cNvPr id="26" name="Oval 29">
            <a:extLst>
              <a:ext uri="{FF2B5EF4-FFF2-40B4-BE49-F238E27FC236}">
                <a16:creationId xmlns:a16="http://schemas.microsoft.com/office/drawing/2014/main" id="{4C53CF3D-7EFB-DF4F-8EA6-5644574E9AFB}"/>
              </a:ext>
            </a:extLst>
          </p:cNvPr>
          <p:cNvSpPr/>
          <p:nvPr userDrawn="1"/>
        </p:nvSpPr>
        <p:spPr>
          <a:xfrm>
            <a:off x="5392982" y="2708699"/>
            <a:ext cx="830997" cy="830997"/>
          </a:xfrm>
          <a:prstGeom prst="ellipse">
            <a:avLst/>
          </a:prstGeom>
          <a:solidFill>
            <a:srgbClr val="7D4EBA"/>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RU"/>
          </a:p>
        </p:txBody>
      </p:sp>
      <p:sp>
        <p:nvSpPr>
          <p:cNvPr id="27" name="Oval 33">
            <a:extLst>
              <a:ext uri="{FF2B5EF4-FFF2-40B4-BE49-F238E27FC236}">
                <a16:creationId xmlns:a16="http://schemas.microsoft.com/office/drawing/2014/main" id="{B42CE88A-E9A3-2A4E-BD50-EB37311F39EC}"/>
              </a:ext>
            </a:extLst>
          </p:cNvPr>
          <p:cNvSpPr/>
          <p:nvPr userDrawn="1"/>
        </p:nvSpPr>
        <p:spPr>
          <a:xfrm>
            <a:off x="6742925" y="2708699"/>
            <a:ext cx="830997" cy="830997"/>
          </a:xfrm>
          <a:prstGeom prst="ellipse">
            <a:avLst/>
          </a:prstGeom>
          <a:solidFill>
            <a:srgbClr val="E61F3D"/>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RU"/>
          </a:p>
        </p:txBody>
      </p:sp>
      <p:sp>
        <p:nvSpPr>
          <p:cNvPr id="28" name="Oval 34">
            <a:extLst>
              <a:ext uri="{FF2B5EF4-FFF2-40B4-BE49-F238E27FC236}">
                <a16:creationId xmlns:a16="http://schemas.microsoft.com/office/drawing/2014/main" id="{B699EFDF-DB9D-3C4F-9D1F-461508017BDA}"/>
              </a:ext>
            </a:extLst>
          </p:cNvPr>
          <p:cNvSpPr/>
          <p:nvPr userDrawn="1"/>
        </p:nvSpPr>
        <p:spPr>
          <a:xfrm>
            <a:off x="8092868" y="2708699"/>
            <a:ext cx="830997" cy="830997"/>
          </a:xfrm>
          <a:prstGeom prst="ellipse">
            <a:avLst/>
          </a:prstGeom>
          <a:solidFill>
            <a:srgbClr val="FBBA00"/>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RU"/>
          </a:p>
        </p:txBody>
      </p:sp>
      <p:sp>
        <p:nvSpPr>
          <p:cNvPr id="29" name="Oval 35">
            <a:extLst>
              <a:ext uri="{FF2B5EF4-FFF2-40B4-BE49-F238E27FC236}">
                <a16:creationId xmlns:a16="http://schemas.microsoft.com/office/drawing/2014/main" id="{5DF3131C-EEA1-5446-B567-C9DA0A2A1AFF}"/>
              </a:ext>
            </a:extLst>
          </p:cNvPr>
          <p:cNvSpPr/>
          <p:nvPr userDrawn="1"/>
        </p:nvSpPr>
        <p:spPr>
          <a:xfrm>
            <a:off x="9442811" y="2708699"/>
            <a:ext cx="830997" cy="830997"/>
          </a:xfrm>
          <a:prstGeom prst="ellipse">
            <a:avLst/>
          </a:prstGeom>
          <a:solidFill>
            <a:srgbClr val="7DA0D3"/>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RU"/>
          </a:p>
        </p:txBody>
      </p:sp>
      <p:sp>
        <p:nvSpPr>
          <p:cNvPr id="30" name="Oval 36">
            <a:extLst>
              <a:ext uri="{FF2B5EF4-FFF2-40B4-BE49-F238E27FC236}">
                <a16:creationId xmlns:a16="http://schemas.microsoft.com/office/drawing/2014/main" id="{6D03B317-B61D-2945-8C0A-A6EBD87ACD07}"/>
              </a:ext>
            </a:extLst>
          </p:cNvPr>
          <p:cNvSpPr/>
          <p:nvPr userDrawn="1"/>
        </p:nvSpPr>
        <p:spPr>
          <a:xfrm>
            <a:off x="10792754" y="2708699"/>
            <a:ext cx="830997" cy="830997"/>
          </a:xfrm>
          <a:prstGeom prst="ellipse">
            <a:avLst/>
          </a:prstGeom>
          <a:solidFill>
            <a:srgbClr val="47A0A0"/>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RU"/>
          </a:p>
        </p:txBody>
      </p:sp>
      <p:sp>
        <p:nvSpPr>
          <p:cNvPr id="31" name="Oval 37">
            <a:extLst>
              <a:ext uri="{FF2B5EF4-FFF2-40B4-BE49-F238E27FC236}">
                <a16:creationId xmlns:a16="http://schemas.microsoft.com/office/drawing/2014/main" id="{9C0266F1-C0B7-624A-A873-5F2C8801E766}"/>
              </a:ext>
            </a:extLst>
          </p:cNvPr>
          <p:cNvSpPr/>
          <p:nvPr userDrawn="1"/>
        </p:nvSpPr>
        <p:spPr>
          <a:xfrm>
            <a:off x="5392982" y="3969609"/>
            <a:ext cx="830997" cy="830997"/>
          </a:xfrm>
          <a:prstGeom prst="ellipse">
            <a:avLst/>
          </a:prstGeom>
          <a:solidFill>
            <a:srgbClr val="EB8C3C"/>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RU"/>
          </a:p>
        </p:txBody>
      </p:sp>
      <p:sp>
        <p:nvSpPr>
          <p:cNvPr id="32" name="Oval 38">
            <a:extLst>
              <a:ext uri="{FF2B5EF4-FFF2-40B4-BE49-F238E27FC236}">
                <a16:creationId xmlns:a16="http://schemas.microsoft.com/office/drawing/2014/main" id="{30C0C10E-388C-9843-8270-19D471BD3756}"/>
              </a:ext>
            </a:extLst>
          </p:cNvPr>
          <p:cNvSpPr/>
          <p:nvPr userDrawn="1"/>
        </p:nvSpPr>
        <p:spPr>
          <a:xfrm>
            <a:off x="6742925" y="3969609"/>
            <a:ext cx="830997" cy="830997"/>
          </a:xfrm>
          <a:prstGeom prst="ellipse">
            <a:avLst/>
          </a:prstGeom>
          <a:solidFill>
            <a:srgbClr val="96628C"/>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RU"/>
          </a:p>
        </p:txBody>
      </p:sp>
      <p:sp>
        <p:nvSpPr>
          <p:cNvPr id="33" name="Oval 39">
            <a:extLst>
              <a:ext uri="{FF2B5EF4-FFF2-40B4-BE49-F238E27FC236}">
                <a16:creationId xmlns:a16="http://schemas.microsoft.com/office/drawing/2014/main" id="{87047EA3-79D2-8644-A568-E64AA1D7D370}"/>
              </a:ext>
            </a:extLst>
          </p:cNvPr>
          <p:cNvSpPr/>
          <p:nvPr userDrawn="1"/>
        </p:nvSpPr>
        <p:spPr>
          <a:xfrm>
            <a:off x="8092868" y="3969609"/>
            <a:ext cx="830997" cy="830997"/>
          </a:xfrm>
          <a:prstGeom prst="ellipse">
            <a:avLst/>
          </a:prstGeom>
          <a:solidFill>
            <a:srgbClr val="CD5A5A"/>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RU"/>
          </a:p>
        </p:txBody>
      </p:sp>
      <p:sp>
        <p:nvSpPr>
          <p:cNvPr id="34" name="Oval 40">
            <a:extLst>
              <a:ext uri="{FF2B5EF4-FFF2-40B4-BE49-F238E27FC236}">
                <a16:creationId xmlns:a16="http://schemas.microsoft.com/office/drawing/2014/main" id="{7F5D1C6B-4E6B-0346-A5DC-C511DB14EFD6}"/>
              </a:ext>
            </a:extLst>
          </p:cNvPr>
          <p:cNvSpPr/>
          <p:nvPr userDrawn="1"/>
        </p:nvSpPr>
        <p:spPr>
          <a:xfrm>
            <a:off x="9442811" y="3969609"/>
            <a:ext cx="830997" cy="830997"/>
          </a:xfrm>
          <a:prstGeom prst="ellipse">
            <a:avLst/>
          </a:prstGeom>
          <a:solidFill>
            <a:srgbClr val="FFD746"/>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RU"/>
          </a:p>
        </p:txBody>
      </p:sp>
      <p:sp>
        <p:nvSpPr>
          <p:cNvPr id="35" name="Oval 41">
            <a:extLst>
              <a:ext uri="{FF2B5EF4-FFF2-40B4-BE49-F238E27FC236}">
                <a16:creationId xmlns:a16="http://schemas.microsoft.com/office/drawing/2014/main" id="{EB421DBA-35DE-2C4F-A89E-27F0998EF4E8}"/>
              </a:ext>
            </a:extLst>
          </p:cNvPr>
          <p:cNvSpPr/>
          <p:nvPr userDrawn="1"/>
        </p:nvSpPr>
        <p:spPr>
          <a:xfrm>
            <a:off x="10792754" y="3969609"/>
            <a:ext cx="830997" cy="830997"/>
          </a:xfrm>
          <a:prstGeom prst="ellipse">
            <a:avLst/>
          </a:prstGeom>
          <a:solidFill>
            <a:srgbClr val="CDDDF0"/>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RU"/>
          </a:p>
        </p:txBody>
      </p:sp>
      <p:sp>
        <p:nvSpPr>
          <p:cNvPr id="36" name="Oval 42">
            <a:extLst>
              <a:ext uri="{FF2B5EF4-FFF2-40B4-BE49-F238E27FC236}">
                <a16:creationId xmlns:a16="http://schemas.microsoft.com/office/drawing/2014/main" id="{081BD842-A9A1-5B44-81ED-A97BA390032B}"/>
              </a:ext>
            </a:extLst>
          </p:cNvPr>
          <p:cNvSpPr/>
          <p:nvPr userDrawn="1"/>
        </p:nvSpPr>
        <p:spPr>
          <a:xfrm>
            <a:off x="5392982" y="5249769"/>
            <a:ext cx="830997" cy="830997"/>
          </a:xfrm>
          <a:prstGeom prst="ellipse">
            <a:avLst/>
          </a:prstGeom>
          <a:solidFill>
            <a:srgbClr val="D7EBB4"/>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RU"/>
          </a:p>
        </p:txBody>
      </p:sp>
      <p:sp>
        <p:nvSpPr>
          <p:cNvPr id="37" name="Oval 43">
            <a:extLst>
              <a:ext uri="{FF2B5EF4-FFF2-40B4-BE49-F238E27FC236}">
                <a16:creationId xmlns:a16="http://schemas.microsoft.com/office/drawing/2014/main" id="{036EE7D2-A33A-434C-B272-C82E2CDD4D4D}"/>
              </a:ext>
            </a:extLst>
          </p:cNvPr>
          <p:cNvSpPr/>
          <p:nvPr userDrawn="1"/>
        </p:nvSpPr>
        <p:spPr>
          <a:xfrm>
            <a:off x="6742925" y="5249769"/>
            <a:ext cx="830997" cy="830997"/>
          </a:xfrm>
          <a:prstGeom prst="ellipse">
            <a:avLst/>
          </a:prstGeom>
          <a:solidFill>
            <a:srgbClr val="FFDC9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RU"/>
          </a:p>
        </p:txBody>
      </p:sp>
      <p:sp>
        <p:nvSpPr>
          <p:cNvPr id="38" name="Oval 44">
            <a:extLst>
              <a:ext uri="{FF2B5EF4-FFF2-40B4-BE49-F238E27FC236}">
                <a16:creationId xmlns:a16="http://schemas.microsoft.com/office/drawing/2014/main" id="{7DD65DA4-F076-C242-813E-8C17DCABCCFB}"/>
              </a:ext>
            </a:extLst>
          </p:cNvPr>
          <p:cNvSpPr/>
          <p:nvPr userDrawn="1"/>
        </p:nvSpPr>
        <p:spPr>
          <a:xfrm>
            <a:off x="8092868" y="5249769"/>
            <a:ext cx="830997" cy="830997"/>
          </a:xfrm>
          <a:prstGeom prst="ellipse">
            <a:avLst/>
          </a:prstGeom>
          <a:solidFill>
            <a:srgbClr val="D7C3F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RU"/>
          </a:p>
        </p:txBody>
      </p:sp>
      <p:sp>
        <p:nvSpPr>
          <p:cNvPr id="39" name="Oval 45">
            <a:extLst>
              <a:ext uri="{FF2B5EF4-FFF2-40B4-BE49-F238E27FC236}">
                <a16:creationId xmlns:a16="http://schemas.microsoft.com/office/drawing/2014/main" id="{8A44D99D-BF66-2848-B460-F59D8ECF5690}"/>
              </a:ext>
            </a:extLst>
          </p:cNvPr>
          <p:cNvSpPr/>
          <p:nvPr userDrawn="1"/>
        </p:nvSpPr>
        <p:spPr>
          <a:xfrm>
            <a:off x="9442811" y="5249769"/>
            <a:ext cx="830997" cy="830997"/>
          </a:xfrm>
          <a:prstGeom prst="ellipse">
            <a:avLst/>
          </a:prstGeom>
          <a:solidFill>
            <a:srgbClr val="F6C3C3"/>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RU"/>
          </a:p>
        </p:txBody>
      </p:sp>
      <p:sp>
        <p:nvSpPr>
          <p:cNvPr id="40" name="Oval 46">
            <a:extLst>
              <a:ext uri="{FF2B5EF4-FFF2-40B4-BE49-F238E27FC236}">
                <a16:creationId xmlns:a16="http://schemas.microsoft.com/office/drawing/2014/main" id="{9B130CEB-3D74-B647-BA6B-32F7D70FD354}"/>
              </a:ext>
            </a:extLst>
          </p:cNvPr>
          <p:cNvSpPr/>
          <p:nvPr userDrawn="1"/>
        </p:nvSpPr>
        <p:spPr>
          <a:xfrm>
            <a:off x="10792754" y="5249769"/>
            <a:ext cx="830997" cy="830997"/>
          </a:xfrm>
          <a:prstGeom prst="ellipse">
            <a:avLst/>
          </a:prstGeom>
          <a:solidFill>
            <a:srgbClr val="FFF07D"/>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RU"/>
          </a:p>
        </p:txBody>
      </p:sp>
      <p:sp>
        <p:nvSpPr>
          <p:cNvPr id="41" name="Текст 37">
            <a:extLst>
              <a:ext uri="{FF2B5EF4-FFF2-40B4-BE49-F238E27FC236}">
                <a16:creationId xmlns:a16="http://schemas.microsoft.com/office/drawing/2014/main" id="{800F6957-CEFF-924E-B258-5B51A5196DEB}"/>
              </a:ext>
            </a:extLst>
          </p:cNvPr>
          <p:cNvSpPr>
            <a:spLocks noGrp="1"/>
          </p:cNvSpPr>
          <p:nvPr>
            <p:ph type="body" sz="quarter" idx="13" hasCustomPrompt="1"/>
          </p:nvPr>
        </p:nvSpPr>
        <p:spPr>
          <a:xfrm>
            <a:off x="1143689" y="540904"/>
            <a:ext cx="1901825" cy="415925"/>
          </a:xfrm>
          <a:prstGeom prst="rect">
            <a:avLst/>
          </a:prstGeom>
        </p:spPr>
        <p:txBody>
          <a:bodyPr lIns="0" tIns="0" rIns="0" bIns="0">
            <a:noAutofit/>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sz="1000" b="0" i="0">
                <a:latin typeface="HSE Sans" panose="02000000000000000000" pitchFamily="2" charset="0"/>
              </a:defRPr>
            </a:lvl1pPr>
            <a:lvl2pPr marL="457200" indent="0">
              <a:lnSpc>
                <a:spcPct val="100000"/>
              </a:lnSpc>
              <a:buNone/>
              <a:defRPr sz="1000" b="0" i="0">
                <a:latin typeface="HSE Sans" panose="02000000000000000000" pitchFamily="2" charset="0"/>
              </a:defRPr>
            </a:lvl2pPr>
            <a:lvl3pPr marL="914400" indent="0">
              <a:lnSpc>
                <a:spcPct val="100000"/>
              </a:lnSpc>
              <a:buNone/>
              <a:defRPr sz="1000" b="0" i="0">
                <a:latin typeface="HSE Sans" panose="02000000000000000000" pitchFamily="2" charset="0"/>
              </a:defRPr>
            </a:lvl3pPr>
            <a:lvl4pPr marL="1371600" indent="0">
              <a:lnSpc>
                <a:spcPct val="100000"/>
              </a:lnSpc>
              <a:buNone/>
              <a:defRPr sz="1000" b="0" i="0">
                <a:latin typeface="HSE Sans" panose="02000000000000000000" pitchFamily="2" charset="0"/>
              </a:defRPr>
            </a:lvl4pPr>
            <a:lvl5pPr marL="1828800" indent="0">
              <a:lnSpc>
                <a:spcPct val="100000"/>
              </a:lnSpc>
              <a:buNone/>
              <a:defRPr sz="1000" b="0" i="0">
                <a:latin typeface="HSE Sans" panose="02000000000000000000" pitchFamily="2" charset="0"/>
              </a:defRPr>
            </a:lvl5pPr>
          </a:lstStyle>
          <a:p>
            <a:r>
              <a:rPr lang="en-US" sz="1000" dirty="0">
                <a:latin typeface="HSE Sans" panose="02000000000000000000" pitchFamily="2" charset="0"/>
              </a:rPr>
              <a:t>Name of subdivisions in two or three lines </a:t>
            </a:r>
            <a:r>
              <a:rPr lang="en-GB" sz="1000" dirty="0">
                <a:latin typeface="HSE Sans" panose="02000000000000000000" pitchFamily="2" charset="0"/>
              </a:rPr>
              <a:t>(10 </a:t>
            </a:r>
            <a:r>
              <a:rPr lang="en-GB" sz="1000" dirty="0" err="1">
                <a:latin typeface="HSE Sans" panose="02000000000000000000" pitchFamily="2" charset="0"/>
              </a:rPr>
              <a:t>pt</a:t>
            </a:r>
            <a:r>
              <a:rPr lang="en-GB" sz="1000" dirty="0">
                <a:latin typeface="HSE Sans" panose="02000000000000000000" pitchFamily="2" charset="0"/>
              </a:rPr>
              <a:t>)</a:t>
            </a:r>
            <a:endParaRPr lang="ru-RU" sz="1000" dirty="0">
              <a:latin typeface="HSE Sans" panose="02000000000000000000" pitchFamily="2" charset="0"/>
            </a:endParaRPr>
          </a:p>
        </p:txBody>
      </p:sp>
      <p:sp>
        <p:nvSpPr>
          <p:cNvPr id="42" name="Текст 39">
            <a:extLst>
              <a:ext uri="{FF2B5EF4-FFF2-40B4-BE49-F238E27FC236}">
                <a16:creationId xmlns:a16="http://schemas.microsoft.com/office/drawing/2014/main" id="{8FD4982C-EBD6-6D4D-A16B-212CB048938C}"/>
              </a:ext>
            </a:extLst>
          </p:cNvPr>
          <p:cNvSpPr>
            <a:spLocks noGrp="1"/>
          </p:cNvSpPr>
          <p:nvPr>
            <p:ph type="body" sz="quarter" idx="14" hasCustomPrompt="1"/>
          </p:nvPr>
        </p:nvSpPr>
        <p:spPr>
          <a:xfrm>
            <a:off x="3459163" y="548720"/>
            <a:ext cx="2070100" cy="408109"/>
          </a:xfrm>
          <a:prstGeom prst="rect">
            <a:avLst/>
          </a:prstGeom>
        </p:spPr>
        <p:txBody>
          <a:bodyPr lIns="0" tIns="0" rIns="0" bIns="0">
            <a:noAutofit/>
          </a:bodyPr>
          <a:lstStyle>
            <a:lvl1pPr marL="0" indent="0">
              <a:lnSpc>
                <a:spcPct val="100000"/>
              </a:lnSpc>
              <a:spcBef>
                <a:spcPts val="0"/>
              </a:spcBef>
              <a:buNone/>
              <a:defRPr sz="1000" b="0" i="0">
                <a:solidFill>
                  <a:srgbClr val="0E2D69"/>
                </a:solidFill>
                <a:latin typeface="HSE Sans" panose="02000000000000000000" pitchFamily="2" charset="0"/>
              </a:defRPr>
            </a:lvl1pPr>
            <a:lvl2pPr marL="457200" indent="0">
              <a:buNone/>
              <a:defRPr sz="1000" b="0" i="0">
                <a:solidFill>
                  <a:srgbClr val="0E2D69"/>
                </a:solidFill>
                <a:latin typeface="HSE Sans" panose="02000000000000000000" pitchFamily="2" charset="0"/>
              </a:defRPr>
            </a:lvl2pPr>
            <a:lvl3pPr marL="914400" indent="0">
              <a:buNone/>
              <a:defRPr sz="1000" b="0" i="0">
                <a:solidFill>
                  <a:srgbClr val="0E2D69"/>
                </a:solidFill>
                <a:latin typeface="HSE Sans" panose="02000000000000000000" pitchFamily="2" charset="0"/>
              </a:defRPr>
            </a:lvl3pPr>
            <a:lvl4pPr marL="1371600" indent="0">
              <a:buNone/>
              <a:defRPr sz="1000" b="0" i="0">
                <a:solidFill>
                  <a:srgbClr val="0E2D69"/>
                </a:solidFill>
                <a:latin typeface="HSE Sans" panose="02000000000000000000" pitchFamily="2" charset="0"/>
              </a:defRPr>
            </a:lvl4pPr>
            <a:lvl5pPr marL="1828800" indent="0">
              <a:buNone/>
              <a:defRPr sz="1000" b="0" i="0">
                <a:solidFill>
                  <a:srgbClr val="0E2D69"/>
                </a:solidFill>
                <a:latin typeface="HSE Sans" panose="02000000000000000000" pitchFamily="2" charset="0"/>
              </a:defRPr>
            </a:lvl5pPr>
          </a:lstStyle>
          <a:p>
            <a:r>
              <a:rPr lang="en-GB" sz="1000" dirty="0">
                <a:latin typeface="HSE Sans" panose="02000000000000000000" pitchFamily="2" charset="0"/>
              </a:rPr>
              <a:t>Name of presentation can be provided in two or three lines (10 </a:t>
            </a:r>
            <a:r>
              <a:rPr lang="en-GB" sz="1000" dirty="0" err="1">
                <a:latin typeface="HSE Sans" panose="02000000000000000000" pitchFamily="2" charset="0"/>
              </a:rPr>
              <a:t>pt</a:t>
            </a:r>
            <a:r>
              <a:rPr lang="en-GB" sz="1000" dirty="0">
                <a:latin typeface="HSE Sans" panose="02000000000000000000" pitchFamily="2" charset="0"/>
              </a:rPr>
              <a:t>)</a:t>
            </a:r>
            <a:endParaRPr lang="ru-RU" sz="1000" dirty="0">
              <a:latin typeface="HSE Sans" panose="02000000000000000000" pitchFamily="2" charset="0"/>
            </a:endParaRPr>
          </a:p>
        </p:txBody>
      </p:sp>
      <p:sp>
        <p:nvSpPr>
          <p:cNvPr id="43" name="Текст 39">
            <a:extLst>
              <a:ext uri="{FF2B5EF4-FFF2-40B4-BE49-F238E27FC236}">
                <a16:creationId xmlns:a16="http://schemas.microsoft.com/office/drawing/2014/main" id="{733D5CDE-163B-C148-A20F-A808E0652336}"/>
              </a:ext>
            </a:extLst>
          </p:cNvPr>
          <p:cNvSpPr>
            <a:spLocks noGrp="1"/>
          </p:cNvSpPr>
          <p:nvPr>
            <p:ph type="body" sz="quarter" idx="15" hasCustomPrompt="1"/>
          </p:nvPr>
        </p:nvSpPr>
        <p:spPr>
          <a:xfrm>
            <a:off x="6259892" y="548720"/>
            <a:ext cx="2070100" cy="408109"/>
          </a:xfrm>
          <a:prstGeom prst="rect">
            <a:avLst/>
          </a:prstGeom>
        </p:spPr>
        <p:txBody>
          <a:bodyPr lIns="0" tIns="0" rIns="0" bIns="0">
            <a:noAutofit/>
          </a:bodyPr>
          <a:lstStyle>
            <a:lvl1pPr marL="0" indent="0">
              <a:lnSpc>
                <a:spcPct val="100000"/>
              </a:lnSpc>
              <a:spcBef>
                <a:spcPts val="0"/>
              </a:spcBef>
              <a:buNone/>
              <a:defRPr sz="1000" b="0" i="0">
                <a:solidFill>
                  <a:srgbClr val="0E2D69"/>
                </a:solidFill>
                <a:latin typeface="HSE Sans" panose="02000000000000000000" pitchFamily="2" charset="0"/>
              </a:defRPr>
            </a:lvl1pPr>
            <a:lvl2pPr marL="457200" indent="0">
              <a:buNone/>
              <a:defRPr sz="1000" b="0" i="0">
                <a:solidFill>
                  <a:srgbClr val="0E2D69"/>
                </a:solidFill>
                <a:latin typeface="HSE Sans" panose="02000000000000000000" pitchFamily="2" charset="0"/>
              </a:defRPr>
            </a:lvl2pPr>
            <a:lvl3pPr marL="914400" indent="0">
              <a:buNone/>
              <a:defRPr sz="1000" b="0" i="0">
                <a:solidFill>
                  <a:srgbClr val="0E2D69"/>
                </a:solidFill>
                <a:latin typeface="HSE Sans" panose="02000000000000000000" pitchFamily="2" charset="0"/>
              </a:defRPr>
            </a:lvl3pPr>
            <a:lvl4pPr marL="1371600" indent="0">
              <a:buNone/>
              <a:defRPr sz="1000" b="0" i="0">
                <a:solidFill>
                  <a:srgbClr val="0E2D69"/>
                </a:solidFill>
                <a:latin typeface="HSE Sans" panose="02000000000000000000" pitchFamily="2" charset="0"/>
              </a:defRPr>
            </a:lvl4pPr>
            <a:lvl5pPr marL="1828800" indent="0">
              <a:buNone/>
              <a:defRPr sz="1000" b="0" i="0">
                <a:solidFill>
                  <a:srgbClr val="0E2D69"/>
                </a:solidFill>
                <a:latin typeface="HSE Sans" panose="02000000000000000000" pitchFamily="2" charset="0"/>
              </a:defRPr>
            </a:lvl5pPr>
          </a:lstStyle>
          <a:p>
            <a:r>
              <a:rPr lang="en-GB" sz="1000" dirty="0">
                <a:latin typeface="HSE Sans" panose="02000000000000000000" pitchFamily="2" charset="0"/>
              </a:rPr>
              <a:t>Name of presentation can be provided in two or three lines (10 </a:t>
            </a:r>
            <a:r>
              <a:rPr lang="en-GB" sz="1000" dirty="0" err="1">
                <a:latin typeface="HSE Sans" panose="02000000000000000000" pitchFamily="2" charset="0"/>
              </a:rPr>
              <a:t>pt</a:t>
            </a:r>
            <a:r>
              <a:rPr lang="en-GB" sz="1000" dirty="0">
                <a:latin typeface="HSE Sans" panose="02000000000000000000" pitchFamily="2" charset="0"/>
              </a:rPr>
              <a:t>)</a:t>
            </a:r>
            <a:endParaRPr lang="ru-RU" sz="1000" dirty="0">
              <a:latin typeface="HSE Sans" panose="02000000000000000000" pitchFamily="2" charset="0"/>
            </a:endParaRPr>
          </a:p>
        </p:txBody>
      </p:sp>
    </p:spTree>
    <p:extLst>
      <p:ext uri="{BB962C8B-B14F-4D97-AF65-F5344CB8AC3E}">
        <p14:creationId xmlns:p14="http://schemas.microsoft.com/office/powerpoint/2010/main" val="3867054648"/>
      </p:ext>
    </p:extLst>
  </p:cSld>
  <p:clrMapOvr>
    <a:masterClrMapping/>
  </p:clrMapOvr>
  <mc:AlternateContent xmlns:mc="http://schemas.openxmlformats.org/markup-compatibility/2006">
    <mc:Choice xmlns:p14="http://schemas.microsoft.com/office/powerpoint/2010/main" Requires="p14">
      <p:transition p14:dur="10" advClick="0" advTm="30000"/>
    </mc:Choice>
    <mc:Fallback>
      <p:transition advClick="0" advTm="30000"/>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чистый_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 name="Picture 4" descr="Icon&#10;&#10;Description automatically generated">
            <a:extLst>
              <a:ext uri="{FF2B5EF4-FFF2-40B4-BE49-F238E27FC236}">
                <a16:creationId xmlns:a16="http://schemas.microsoft.com/office/drawing/2014/main" id="{A7FA04E4-3213-8F41-B068-4DC281441422}"/>
              </a:ext>
            </a:extLst>
          </p:cNvPr>
          <p:cNvPicPr>
            <a:picLocks noChangeAspect="1"/>
          </p:cNvPicPr>
          <p:nvPr userDrawn="1"/>
        </p:nvPicPr>
        <p:blipFill>
          <a:blip r:embed="rId3"/>
          <a:stretch>
            <a:fillRect/>
          </a:stretch>
        </p:blipFill>
        <p:spPr>
          <a:xfrm>
            <a:off x="517199" y="464363"/>
            <a:ext cx="448276" cy="448276"/>
          </a:xfrm>
          <a:prstGeom prst="rect">
            <a:avLst/>
          </a:prstGeom>
        </p:spPr>
      </p:pic>
      <p:cxnSp>
        <p:nvCxnSpPr>
          <p:cNvPr id="9" name="Straight Connector 19">
            <a:extLst>
              <a:ext uri="{FF2B5EF4-FFF2-40B4-BE49-F238E27FC236}">
                <a16:creationId xmlns:a16="http://schemas.microsoft.com/office/drawing/2014/main" id="{938052A0-3DF0-DC47-B7E0-C20EF981C230}"/>
              </a:ext>
            </a:extLst>
          </p:cNvPr>
          <p:cNvCxnSpPr>
            <a:cxnSpLocks/>
          </p:cNvCxnSpPr>
          <p:nvPr userDrawn="1"/>
        </p:nvCxnSpPr>
        <p:spPr>
          <a:xfrm>
            <a:off x="3298686"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cxnSp>
        <p:nvCxnSpPr>
          <p:cNvPr id="10" name="Straight Connector 21">
            <a:extLst>
              <a:ext uri="{FF2B5EF4-FFF2-40B4-BE49-F238E27FC236}">
                <a16:creationId xmlns:a16="http://schemas.microsoft.com/office/drawing/2014/main" id="{8C6147F0-3CA1-264C-B2B2-F88597196943}"/>
              </a:ext>
            </a:extLst>
          </p:cNvPr>
          <p:cNvCxnSpPr>
            <a:cxnSpLocks/>
          </p:cNvCxnSpPr>
          <p:nvPr userDrawn="1"/>
        </p:nvCxnSpPr>
        <p:spPr>
          <a:xfrm>
            <a:off x="6099416"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cxnSp>
        <p:nvCxnSpPr>
          <p:cNvPr id="11" name="Straight Connector 25">
            <a:extLst>
              <a:ext uri="{FF2B5EF4-FFF2-40B4-BE49-F238E27FC236}">
                <a16:creationId xmlns:a16="http://schemas.microsoft.com/office/drawing/2014/main" id="{62CDF50E-4D58-AF4A-ABFD-140AF88B3681}"/>
              </a:ext>
            </a:extLst>
          </p:cNvPr>
          <p:cNvCxnSpPr>
            <a:cxnSpLocks/>
          </p:cNvCxnSpPr>
          <p:nvPr userDrawn="1"/>
        </p:nvCxnSpPr>
        <p:spPr>
          <a:xfrm>
            <a:off x="10277081"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C62171D1-2A5B-7A4A-9760-17CCE51B9802}"/>
              </a:ext>
            </a:extLst>
          </p:cNvPr>
          <p:cNvSpPr txBox="1"/>
          <p:nvPr userDrawn="1"/>
        </p:nvSpPr>
        <p:spPr>
          <a:xfrm>
            <a:off x="10410201" y="532278"/>
            <a:ext cx="671977" cy="307777"/>
          </a:xfrm>
          <a:prstGeom prst="rect">
            <a:avLst/>
          </a:prstGeom>
          <a:noFill/>
        </p:spPr>
        <p:txBody>
          <a:bodyPr wrap="square" lIns="0" tIns="0" rIns="0" bIns="0" rtlCol="0">
            <a:spAutoFit/>
          </a:bodyPr>
          <a:lstStyle/>
          <a:p>
            <a:fld id="{32AF94B5-93D7-5247-B727-C7089232F508}" type="slidenum">
              <a:rPr lang="ru-RU" sz="2000" smtClean="0">
                <a:solidFill>
                  <a:srgbClr val="102D69"/>
                </a:solidFill>
                <a:latin typeface="HSE Sans" panose="02000000000000000000" pitchFamily="2" charset="0"/>
              </a:rPr>
              <a:t>‹#›</a:t>
            </a:fld>
            <a:endParaRPr lang="ru-RU" sz="2000" dirty="0">
              <a:solidFill>
                <a:srgbClr val="102D69"/>
              </a:solidFill>
              <a:latin typeface="HSE Sans" panose="02000000000000000000" pitchFamily="2" charset="0"/>
            </a:endParaRPr>
          </a:p>
        </p:txBody>
      </p:sp>
      <p:cxnSp>
        <p:nvCxnSpPr>
          <p:cNvPr id="13" name="Straight Connector 59">
            <a:extLst>
              <a:ext uri="{FF2B5EF4-FFF2-40B4-BE49-F238E27FC236}">
                <a16:creationId xmlns:a16="http://schemas.microsoft.com/office/drawing/2014/main" id="{3C71A0C3-CD3E-0748-98E5-6B2507CAB296}"/>
              </a:ext>
            </a:extLst>
          </p:cNvPr>
          <p:cNvCxnSpPr>
            <a:cxnSpLocks/>
          </p:cNvCxnSpPr>
          <p:nvPr userDrawn="1"/>
        </p:nvCxnSpPr>
        <p:spPr>
          <a:xfrm>
            <a:off x="11643868" y="464363"/>
            <a:ext cx="0" cy="586260"/>
          </a:xfrm>
          <a:prstGeom prst="line">
            <a:avLst/>
          </a:prstGeom>
          <a:ln w="12700">
            <a:solidFill>
              <a:srgbClr val="102D69"/>
            </a:solidFill>
          </a:ln>
        </p:spPr>
        <p:style>
          <a:lnRef idx="1">
            <a:schemeClr val="accent1"/>
          </a:lnRef>
          <a:fillRef idx="0">
            <a:schemeClr val="accent1"/>
          </a:fillRef>
          <a:effectRef idx="0">
            <a:schemeClr val="accent1"/>
          </a:effectRef>
          <a:fontRef idx="minor">
            <a:schemeClr val="tx1"/>
          </a:fontRef>
        </p:style>
      </p:cxnSp>
      <p:sp>
        <p:nvSpPr>
          <p:cNvPr id="20" name="Текст 37">
            <a:extLst>
              <a:ext uri="{FF2B5EF4-FFF2-40B4-BE49-F238E27FC236}">
                <a16:creationId xmlns:a16="http://schemas.microsoft.com/office/drawing/2014/main" id="{C0A1CB46-D6D6-5E48-B4F7-CCED4525C46F}"/>
              </a:ext>
            </a:extLst>
          </p:cNvPr>
          <p:cNvSpPr>
            <a:spLocks noGrp="1"/>
          </p:cNvSpPr>
          <p:nvPr>
            <p:ph type="body" sz="quarter" idx="13" hasCustomPrompt="1"/>
          </p:nvPr>
        </p:nvSpPr>
        <p:spPr>
          <a:xfrm>
            <a:off x="1143689" y="540904"/>
            <a:ext cx="1901825" cy="415925"/>
          </a:xfrm>
          <a:prstGeom prst="rect">
            <a:avLst/>
          </a:prstGeom>
        </p:spPr>
        <p:txBody>
          <a:bodyPr lIns="0" tIns="0" rIns="0" bIns="0">
            <a:noAutofit/>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sz="1000" b="0" i="0">
                <a:latin typeface="HSE Sans" panose="02000000000000000000" pitchFamily="2" charset="0"/>
              </a:defRPr>
            </a:lvl1pPr>
            <a:lvl2pPr marL="457200" indent="0">
              <a:lnSpc>
                <a:spcPct val="100000"/>
              </a:lnSpc>
              <a:buNone/>
              <a:defRPr sz="1000" b="0" i="0">
                <a:latin typeface="HSE Sans" panose="02000000000000000000" pitchFamily="2" charset="0"/>
              </a:defRPr>
            </a:lvl2pPr>
            <a:lvl3pPr marL="914400" indent="0">
              <a:lnSpc>
                <a:spcPct val="100000"/>
              </a:lnSpc>
              <a:buNone/>
              <a:defRPr sz="1000" b="0" i="0">
                <a:latin typeface="HSE Sans" panose="02000000000000000000" pitchFamily="2" charset="0"/>
              </a:defRPr>
            </a:lvl3pPr>
            <a:lvl4pPr marL="1371600" indent="0">
              <a:lnSpc>
                <a:spcPct val="100000"/>
              </a:lnSpc>
              <a:buNone/>
              <a:defRPr sz="1000" b="0" i="0">
                <a:latin typeface="HSE Sans" panose="02000000000000000000" pitchFamily="2" charset="0"/>
              </a:defRPr>
            </a:lvl4pPr>
            <a:lvl5pPr marL="1828800" indent="0">
              <a:lnSpc>
                <a:spcPct val="100000"/>
              </a:lnSpc>
              <a:buNone/>
              <a:defRPr sz="1000" b="0" i="0">
                <a:latin typeface="HSE Sans" panose="02000000000000000000" pitchFamily="2" charset="0"/>
              </a:defRPr>
            </a:lvl5pPr>
          </a:lstStyle>
          <a:p>
            <a:r>
              <a:rPr lang="en-US" sz="1000" dirty="0">
                <a:latin typeface="HSE Sans" panose="02000000000000000000" pitchFamily="2" charset="0"/>
              </a:rPr>
              <a:t>Name of subdivisions in two or three lines </a:t>
            </a:r>
            <a:r>
              <a:rPr lang="en-GB" sz="1000" dirty="0">
                <a:latin typeface="HSE Sans" panose="02000000000000000000" pitchFamily="2" charset="0"/>
              </a:rPr>
              <a:t>(10 </a:t>
            </a:r>
            <a:r>
              <a:rPr lang="en-GB" sz="1000" dirty="0" err="1">
                <a:latin typeface="HSE Sans" panose="02000000000000000000" pitchFamily="2" charset="0"/>
              </a:rPr>
              <a:t>pt</a:t>
            </a:r>
            <a:r>
              <a:rPr lang="en-GB" sz="1000" dirty="0">
                <a:latin typeface="HSE Sans" panose="02000000000000000000" pitchFamily="2" charset="0"/>
              </a:rPr>
              <a:t>)</a:t>
            </a:r>
            <a:endParaRPr lang="ru-RU" sz="1000" dirty="0">
              <a:latin typeface="HSE Sans" panose="02000000000000000000" pitchFamily="2" charset="0"/>
            </a:endParaRPr>
          </a:p>
        </p:txBody>
      </p:sp>
      <p:sp>
        <p:nvSpPr>
          <p:cNvPr id="21" name="Текст 39">
            <a:extLst>
              <a:ext uri="{FF2B5EF4-FFF2-40B4-BE49-F238E27FC236}">
                <a16:creationId xmlns:a16="http://schemas.microsoft.com/office/drawing/2014/main" id="{25D35A19-1AA8-204A-BFCA-83B65D59CFF4}"/>
              </a:ext>
            </a:extLst>
          </p:cNvPr>
          <p:cNvSpPr>
            <a:spLocks noGrp="1"/>
          </p:cNvSpPr>
          <p:nvPr>
            <p:ph type="body" sz="quarter" idx="14" hasCustomPrompt="1"/>
          </p:nvPr>
        </p:nvSpPr>
        <p:spPr>
          <a:xfrm>
            <a:off x="3459163" y="548720"/>
            <a:ext cx="2070100" cy="408109"/>
          </a:xfrm>
          <a:prstGeom prst="rect">
            <a:avLst/>
          </a:prstGeom>
        </p:spPr>
        <p:txBody>
          <a:bodyPr lIns="0" tIns="0" rIns="0" bIns="0">
            <a:noAutofit/>
          </a:bodyPr>
          <a:lstStyle>
            <a:lvl1pPr marL="0" indent="0">
              <a:lnSpc>
                <a:spcPct val="100000"/>
              </a:lnSpc>
              <a:spcBef>
                <a:spcPts val="0"/>
              </a:spcBef>
              <a:buNone/>
              <a:defRPr sz="1000" b="0" i="0">
                <a:solidFill>
                  <a:srgbClr val="0E2D69"/>
                </a:solidFill>
                <a:latin typeface="HSE Sans" panose="02000000000000000000" pitchFamily="2" charset="0"/>
              </a:defRPr>
            </a:lvl1pPr>
            <a:lvl2pPr marL="457200" indent="0">
              <a:buNone/>
              <a:defRPr sz="1000" b="0" i="0">
                <a:solidFill>
                  <a:srgbClr val="0E2D69"/>
                </a:solidFill>
                <a:latin typeface="HSE Sans" panose="02000000000000000000" pitchFamily="2" charset="0"/>
              </a:defRPr>
            </a:lvl2pPr>
            <a:lvl3pPr marL="914400" indent="0">
              <a:buNone/>
              <a:defRPr sz="1000" b="0" i="0">
                <a:solidFill>
                  <a:srgbClr val="0E2D69"/>
                </a:solidFill>
                <a:latin typeface="HSE Sans" panose="02000000000000000000" pitchFamily="2" charset="0"/>
              </a:defRPr>
            </a:lvl3pPr>
            <a:lvl4pPr marL="1371600" indent="0">
              <a:buNone/>
              <a:defRPr sz="1000" b="0" i="0">
                <a:solidFill>
                  <a:srgbClr val="0E2D69"/>
                </a:solidFill>
                <a:latin typeface="HSE Sans" panose="02000000000000000000" pitchFamily="2" charset="0"/>
              </a:defRPr>
            </a:lvl4pPr>
            <a:lvl5pPr marL="1828800" indent="0">
              <a:buNone/>
              <a:defRPr sz="1000" b="0" i="0">
                <a:solidFill>
                  <a:srgbClr val="0E2D69"/>
                </a:solidFill>
                <a:latin typeface="HSE Sans" panose="02000000000000000000" pitchFamily="2" charset="0"/>
              </a:defRPr>
            </a:lvl5pPr>
          </a:lstStyle>
          <a:p>
            <a:r>
              <a:rPr lang="en-GB" sz="1000" dirty="0">
                <a:latin typeface="HSE Sans" panose="02000000000000000000" pitchFamily="2" charset="0"/>
              </a:rPr>
              <a:t>Name of presentation can be provided in two or three lines (10 </a:t>
            </a:r>
            <a:r>
              <a:rPr lang="en-GB" sz="1000" dirty="0" err="1">
                <a:latin typeface="HSE Sans" panose="02000000000000000000" pitchFamily="2" charset="0"/>
              </a:rPr>
              <a:t>pt</a:t>
            </a:r>
            <a:r>
              <a:rPr lang="en-GB" sz="1000" dirty="0">
                <a:latin typeface="HSE Sans" panose="02000000000000000000" pitchFamily="2" charset="0"/>
              </a:rPr>
              <a:t>)</a:t>
            </a:r>
            <a:endParaRPr lang="ru-RU" sz="1000" dirty="0">
              <a:latin typeface="HSE Sans" panose="02000000000000000000" pitchFamily="2" charset="0"/>
            </a:endParaRPr>
          </a:p>
        </p:txBody>
      </p:sp>
      <p:sp>
        <p:nvSpPr>
          <p:cNvPr id="22" name="Текст 39">
            <a:extLst>
              <a:ext uri="{FF2B5EF4-FFF2-40B4-BE49-F238E27FC236}">
                <a16:creationId xmlns:a16="http://schemas.microsoft.com/office/drawing/2014/main" id="{3557077C-F503-0B4A-82A2-54D21547E589}"/>
              </a:ext>
            </a:extLst>
          </p:cNvPr>
          <p:cNvSpPr>
            <a:spLocks noGrp="1"/>
          </p:cNvSpPr>
          <p:nvPr>
            <p:ph type="body" sz="quarter" idx="15" hasCustomPrompt="1"/>
          </p:nvPr>
        </p:nvSpPr>
        <p:spPr>
          <a:xfrm>
            <a:off x="6259892" y="548720"/>
            <a:ext cx="2070100" cy="408109"/>
          </a:xfrm>
          <a:prstGeom prst="rect">
            <a:avLst/>
          </a:prstGeom>
        </p:spPr>
        <p:txBody>
          <a:bodyPr lIns="0" tIns="0" rIns="0" bIns="0">
            <a:noAutofit/>
          </a:bodyPr>
          <a:lstStyle>
            <a:lvl1pPr marL="0" indent="0">
              <a:lnSpc>
                <a:spcPct val="100000"/>
              </a:lnSpc>
              <a:spcBef>
                <a:spcPts val="0"/>
              </a:spcBef>
              <a:buNone/>
              <a:defRPr sz="1000" b="0" i="0">
                <a:solidFill>
                  <a:srgbClr val="0E2D69"/>
                </a:solidFill>
                <a:latin typeface="HSE Sans" panose="02000000000000000000" pitchFamily="2" charset="0"/>
              </a:defRPr>
            </a:lvl1pPr>
            <a:lvl2pPr marL="457200" indent="0">
              <a:buNone/>
              <a:defRPr sz="1000" b="0" i="0">
                <a:solidFill>
                  <a:srgbClr val="0E2D69"/>
                </a:solidFill>
                <a:latin typeface="HSE Sans" panose="02000000000000000000" pitchFamily="2" charset="0"/>
              </a:defRPr>
            </a:lvl2pPr>
            <a:lvl3pPr marL="914400" indent="0">
              <a:buNone/>
              <a:defRPr sz="1000" b="0" i="0">
                <a:solidFill>
                  <a:srgbClr val="0E2D69"/>
                </a:solidFill>
                <a:latin typeface="HSE Sans" panose="02000000000000000000" pitchFamily="2" charset="0"/>
              </a:defRPr>
            </a:lvl3pPr>
            <a:lvl4pPr marL="1371600" indent="0">
              <a:buNone/>
              <a:defRPr sz="1000" b="0" i="0">
                <a:solidFill>
                  <a:srgbClr val="0E2D69"/>
                </a:solidFill>
                <a:latin typeface="HSE Sans" panose="02000000000000000000" pitchFamily="2" charset="0"/>
              </a:defRPr>
            </a:lvl4pPr>
            <a:lvl5pPr marL="1828800" indent="0">
              <a:buNone/>
              <a:defRPr sz="1000" b="0" i="0">
                <a:solidFill>
                  <a:srgbClr val="0E2D69"/>
                </a:solidFill>
                <a:latin typeface="HSE Sans" panose="02000000000000000000" pitchFamily="2" charset="0"/>
              </a:defRPr>
            </a:lvl5pPr>
          </a:lstStyle>
          <a:p>
            <a:r>
              <a:rPr lang="en-GB" sz="1000" dirty="0">
                <a:latin typeface="HSE Sans" panose="02000000000000000000" pitchFamily="2" charset="0"/>
              </a:rPr>
              <a:t>Name of presentation can be provided in two or three lines (10 </a:t>
            </a:r>
            <a:r>
              <a:rPr lang="en-GB" sz="1000" dirty="0" err="1">
                <a:latin typeface="HSE Sans" panose="02000000000000000000" pitchFamily="2" charset="0"/>
              </a:rPr>
              <a:t>pt</a:t>
            </a:r>
            <a:r>
              <a:rPr lang="en-GB" sz="1000" dirty="0">
                <a:latin typeface="HSE Sans" panose="02000000000000000000" pitchFamily="2" charset="0"/>
              </a:rPr>
              <a:t>)</a:t>
            </a:r>
            <a:endParaRPr lang="ru-RU" sz="1000" dirty="0">
              <a:latin typeface="HSE Sans" panose="02000000000000000000" pitchFamily="2" charset="0"/>
            </a:endParaRPr>
          </a:p>
        </p:txBody>
      </p:sp>
    </p:spTree>
    <p:extLst>
      <p:ext uri="{BB962C8B-B14F-4D97-AF65-F5344CB8AC3E}">
        <p14:creationId xmlns:p14="http://schemas.microsoft.com/office/powerpoint/2010/main" val="319520987"/>
      </p:ext>
    </p:extLst>
  </p:cSld>
  <p:clrMapOvr>
    <a:masterClrMapping/>
  </p:clrMapOvr>
  <mc:AlternateContent xmlns:mc="http://schemas.openxmlformats.org/markup-compatibility/2006">
    <mc:Choice xmlns:p14="http://schemas.microsoft.com/office/powerpoint/2010/main" Requires="p14">
      <p:transition p14:dur="10" advClick="0" advTm="30000"/>
    </mc:Choice>
    <mc:Fallback>
      <p:transition advClick="0" advTm="30000"/>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чистый">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A9D694F-3582-1641-94D9-87F2A3453FC3}"/>
              </a:ext>
            </a:extLst>
          </p:cNvPr>
          <p:cNvSpPr/>
          <p:nvPr userDrawn="1"/>
        </p:nvSpPr>
        <p:spPr>
          <a:xfrm>
            <a:off x="0" y="0"/>
            <a:ext cx="12192000" cy="6858000"/>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RU"/>
          </a:p>
        </p:txBody>
      </p:sp>
      <p:pic>
        <p:nvPicPr>
          <p:cNvPr id="4" name="Picture 3" descr="A blue circle with white text&#10;&#10;Description automatically generated with low confidence">
            <a:extLst>
              <a:ext uri="{FF2B5EF4-FFF2-40B4-BE49-F238E27FC236}">
                <a16:creationId xmlns:a16="http://schemas.microsoft.com/office/drawing/2014/main" id="{CFAE9005-17A7-5047-B315-642E9FB4F328}"/>
              </a:ext>
            </a:extLst>
          </p:cNvPr>
          <p:cNvPicPr>
            <a:picLocks noChangeAspect="1"/>
          </p:cNvPicPr>
          <p:nvPr userDrawn="1"/>
        </p:nvPicPr>
        <p:blipFill>
          <a:blip r:embed="rId3"/>
          <a:stretch>
            <a:fillRect/>
          </a:stretch>
        </p:blipFill>
        <p:spPr>
          <a:xfrm>
            <a:off x="5310809" y="2643809"/>
            <a:ext cx="1570383" cy="1570383"/>
          </a:xfrm>
          <a:prstGeom prst="rect">
            <a:avLst/>
          </a:prstGeom>
        </p:spPr>
      </p:pic>
    </p:spTree>
    <p:extLst>
      <p:ext uri="{BB962C8B-B14F-4D97-AF65-F5344CB8AC3E}">
        <p14:creationId xmlns:p14="http://schemas.microsoft.com/office/powerpoint/2010/main" val="1387064287"/>
      </p:ext>
    </p:extLst>
  </p:cSld>
  <p:clrMapOvr>
    <a:masterClrMapping/>
  </p:clrMapOvr>
  <mc:AlternateContent xmlns:mc="http://schemas.openxmlformats.org/markup-compatibility/2006">
    <mc:Choice xmlns:p14="http://schemas.microsoft.com/office/powerpoint/2010/main" Requires="p14">
      <p:transition p14:dur="10" advClick="0" advTm="30000"/>
    </mc:Choice>
    <mc:Fallback>
      <p:transition advClick="0" advTm="30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78506015"/>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61" r:id="rId3"/>
    <p:sldLayoutId id="2147483650" r:id="rId4"/>
    <p:sldLayoutId id="2147483651" r:id="rId5"/>
    <p:sldLayoutId id="2147483652" r:id="rId6"/>
    <p:sldLayoutId id="2147483654" r:id="rId7"/>
    <p:sldLayoutId id="2147483655" r:id="rId8"/>
    <p:sldLayoutId id="2147483656" r:id="rId9"/>
    <p:sldLayoutId id="2147483658" r:id="rId10"/>
    <p:sldLayoutId id="2147483657" r:id="rId11"/>
    <p:sldLayoutId id="2147483659" r:id="rId12"/>
  </p:sldLayoutIdLst>
  <mc:AlternateContent xmlns:mc="http://schemas.openxmlformats.org/markup-compatibility/2006">
    <mc:Choice xmlns:p14="http://schemas.microsoft.com/office/powerpoint/2010/main" Requires="p14">
      <p:transition p14:dur="10" advClick="0" advTm="30000"/>
    </mc:Choice>
    <mc:Fallback>
      <p:transition advClick="0" advTm="30000"/>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8757A51-BBC2-9047-B199-AE90EB17B4D4}"/>
              </a:ext>
            </a:extLst>
          </p:cNvPr>
          <p:cNvSpPr>
            <a:spLocks noGrp="1"/>
          </p:cNvSpPr>
          <p:nvPr>
            <p:ph type="title"/>
          </p:nvPr>
        </p:nvSpPr>
        <p:spPr>
          <a:xfrm>
            <a:off x="1027967" y="1949103"/>
            <a:ext cx="9570565" cy="1134565"/>
          </a:xfrm>
        </p:spPr>
        <p:txBody>
          <a:bodyPr>
            <a:normAutofit fontScale="90000"/>
          </a:bodyPr>
          <a:lstStyle/>
          <a:p>
            <a:r>
              <a:rPr lang="ru-RU" sz="3300" dirty="0"/>
              <a:t>Что приводит аспиранта к мысли об отчислении – </a:t>
            </a:r>
            <a:r>
              <a:rPr lang="ru-RU" sz="3300" b="1" dirty="0"/>
              <a:t>среда</a:t>
            </a:r>
            <a:r>
              <a:rPr lang="ru-RU" sz="3300" dirty="0"/>
              <a:t> или обстоятельства?</a:t>
            </a:r>
            <a:br>
              <a:rPr lang="ru-RU" dirty="0"/>
            </a:br>
            <a:br>
              <a:rPr lang="en-US" dirty="0"/>
            </a:br>
            <a:endParaRPr lang="ru-RU" sz="2400" dirty="0"/>
          </a:p>
        </p:txBody>
      </p:sp>
      <p:sp>
        <p:nvSpPr>
          <p:cNvPr id="3" name="Текст 2">
            <a:extLst>
              <a:ext uri="{FF2B5EF4-FFF2-40B4-BE49-F238E27FC236}">
                <a16:creationId xmlns:a16="http://schemas.microsoft.com/office/drawing/2014/main" id="{268EB560-A246-394A-858C-3B1CFBF03B46}"/>
              </a:ext>
            </a:extLst>
          </p:cNvPr>
          <p:cNvSpPr>
            <a:spLocks noGrp="1"/>
          </p:cNvSpPr>
          <p:nvPr>
            <p:ph type="body" sz="quarter" idx="10"/>
          </p:nvPr>
        </p:nvSpPr>
        <p:spPr>
          <a:xfrm>
            <a:off x="1616244" y="1131848"/>
            <a:ext cx="9570565" cy="307847"/>
          </a:xfrm>
        </p:spPr>
        <p:txBody>
          <a:bodyPr/>
          <a:lstStyle/>
          <a:p>
            <a:r>
              <a:rPr lang="ru-RU" sz="1100" dirty="0">
                <a:latin typeface="HSE Sans" panose="02000000000000000000" pitchFamily="50" charset="0"/>
              </a:rPr>
              <a:t>ХАКАТОН ИССЛЕДОВАТЕЛЕЙ ВЫСШЕГО ОБРАЗОВАНИЯ · 2026</a:t>
            </a:r>
            <a:r>
              <a:rPr lang="en-US" sz="1100" dirty="0">
                <a:latin typeface="HSE Sans" panose="02000000000000000000" pitchFamily="50" charset="0"/>
              </a:rPr>
              <a:t> </a:t>
            </a:r>
            <a:r>
              <a:rPr lang="ru-RU" sz="1100" dirty="0">
                <a:latin typeface="HSE Sans" panose="02000000000000000000" pitchFamily="50" charset="0"/>
              </a:rPr>
              <a:t>		Номинация «Анализ данных»</a:t>
            </a:r>
            <a:r>
              <a:rPr lang="en-US" sz="1100" noProof="1">
                <a:solidFill>
                  <a:srgbClr val="86868B"/>
                </a:solidFill>
                <a:latin typeface="HSE Sans" panose="02000000000000000000" pitchFamily="50" charset="0"/>
                <a:ea typeface="MiSans"/>
              </a:rPr>
              <a:t> </a:t>
            </a:r>
            <a:r>
              <a:rPr lang="en-US" sz="1100" noProof="1">
                <a:latin typeface="HSE Sans" panose="02000000000000000000" pitchFamily="50" charset="0"/>
                <a:ea typeface="MiSans"/>
              </a:rPr>
              <a:t>·</a:t>
            </a:r>
            <a:r>
              <a:rPr lang="ru-RU" sz="1100" noProof="1">
                <a:latin typeface="HSE Sans" panose="02000000000000000000" pitchFamily="50" charset="0"/>
                <a:ea typeface="MiSans"/>
              </a:rPr>
              <a:t> Задача 1 </a:t>
            </a:r>
            <a:r>
              <a:rPr lang="en-US" sz="1100" noProof="1">
                <a:latin typeface="HSE Sans" panose="02000000000000000000" pitchFamily="50" charset="0"/>
                <a:ea typeface="MiSans"/>
              </a:rPr>
              <a:t>·</a:t>
            </a:r>
            <a:r>
              <a:rPr lang="ru-RU" sz="1100" noProof="1">
                <a:latin typeface="HSE Sans" panose="02000000000000000000" pitchFamily="50" charset="0"/>
                <a:ea typeface="MiSans"/>
              </a:rPr>
              <a:t> Дорофеев Арсений</a:t>
            </a:r>
            <a:endParaRPr lang="ru-RU" sz="1100" dirty="0">
              <a:latin typeface="HSE Sans" panose="02000000000000000000" pitchFamily="50" charset="0"/>
            </a:endParaRPr>
          </a:p>
        </p:txBody>
      </p:sp>
      <p:sp>
        <p:nvSpPr>
          <p:cNvPr id="12" name="subtitle">
            <a:extLst>
              <a:ext uri="{FF2B5EF4-FFF2-40B4-BE49-F238E27FC236}">
                <a16:creationId xmlns:a16="http://schemas.microsoft.com/office/drawing/2014/main" id="{A1A98129-5B9A-52D9-28E2-A137ED3DA1EF}"/>
              </a:ext>
            </a:extLst>
          </p:cNvPr>
          <p:cNvSpPr txBox="1"/>
          <p:nvPr/>
        </p:nvSpPr>
        <p:spPr>
          <a:xfrm>
            <a:off x="1027967" y="3110476"/>
            <a:ext cx="7240544" cy="965200"/>
          </a:xfrm>
          <a:prstGeom prst="rect">
            <a:avLst/>
          </a:prstGeom>
          <a:noFill/>
          <a:ln>
            <a:noFill/>
          </a:ln>
        </p:spPr>
        <p:txBody>
          <a:bodyPr wrap="square" lIns="0" tIns="0" rIns="0" bIns="0" rtlCol="0"/>
          <a:lstStyle/>
          <a:p>
            <a:pPr>
              <a:lnSpc>
                <a:spcPct val="130000"/>
              </a:lnSpc>
            </a:pPr>
            <a:r>
              <a:rPr lang="en-US" sz="1400" noProof="1">
                <a:latin typeface="HSE Sans" panose="02000000000000000000" pitchFamily="50" charset="0"/>
                <a:ea typeface="MiSans"/>
              </a:rPr>
              <a:t>Что сильнее связано с намерением уйти из аспирантуры — образовательная среда и научное руководство или жизненные обстоятельства. Декомпозиция факторов по данным Всероссийского опроса аспирантов Института образования НИУ ВШЭ, 2021</a:t>
            </a:r>
            <a:endParaRPr lang="en-US" sz="1400" noProof="1">
              <a:latin typeface="HSE Sans" panose="02000000000000000000" pitchFamily="50" charset="0"/>
            </a:endParaRPr>
          </a:p>
        </p:txBody>
      </p:sp>
      <p:sp>
        <p:nvSpPr>
          <p:cNvPr id="13" name="fact1-num">
            <a:extLst>
              <a:ext uri="{FF2B5EF4-FFF2-40B4-BE49-F238E27FC236}">
                <a16:creationId xmlns:a16="http://schemas.microsoft.com/office/drawing/2014/main" id="{0212381B-47C3-7267-5944-C1D55FB4CFE3}"/>
              </a:ext>
            </a:extLst>
          </p:cNvPr>
          <p:cNvSpPr txBox="1"/>
          <p:nvPr/>
        </p:nvSpPr>
        <p:spPr>
          <a:xfrm>
            <a:off x="1027967" y="4722778"/>
            <a:ext cx="1151029" cy="406400"/>
          </a:xfrm>
          <a:prstGeom prst="rect">
            <a:avLst/>
          </a:prstGeom>
          <a:noFill/>
          <a:ln>
            <a:noFill/>
          </a:ln>
        </p:spPr>
        <p:txBody>
          <a:bodyPr wrap="none" lIns="0" tIns="0" rIns="0" bIns="0" rtlCol="0"/>
          <a:lstStyle/>
          <a:p>
            <a:pPr>
              <a:lnSpc>
                <a:spcPct val="120000"/>
              </a:lnSpc>
            </a:pPr>
            <a:r>
              <a:rPr lang="en-US" sz="2300" b="1" noProof="1">
                <a:latin typeface="HSE Sans" panose="02000000000000000000" pitchFamily="50" charset="0"/>
                <a:ea typeface="MiSans"/>
              </a:rPr>
              <a:t>10,4%</a:t>
            </a:r>
            <a:endParaRPr lang="en-US" sz="2300" noProof="1">
              <a:latin typeface="HSE Sans" panose="02000000000000000000" pitchFamily="50" charset="0"/>
            </a:endParaRPr>
          </a:p>
        </p:txBody>
      </p:sp>
      <p:sp>
        <p:nvSpPr>
          <p:cNvPr id="14" name="fact2-num">
            <a:extLst>
              <a:ext uri="{FF2B5EF4-FFF2-40B4-BE49-F238E27FC236}">
                <a16:creationId xmlns:a16="http://schemas.microsoft.com/office/drawing/2014/main" id="{7C15C068-DA4A-A477-207D-AF70CFB674B9}"/>
              </a:ext>
            </a:extLst>
          </p:cNvPr>
          <p:cNvSpPr txBox="1"/>
          <p:nvPr/>
        </p:nvSpPr>
        <p:spPr>
          <a:xfrm>
            <a:off x="4648239" y="4727536"/>
            <a:ext cx="351778" cy="406400"/>
          </a:xfrm>
          <a:prstGeom prst="rect">
            <a:avLst/>
          </a:prstGeom>
          <a:noFill/>
          <a:ln>
            <a:noFill/>
          </a:ln>
        </p:spPr>
        <p:txBody>
          <a:bodyPr wrap="none" lIns="0" tIns="0" rIns="0" bIns="0" rtlCol="0"/>
          <a:lstStyle/>
          <a:p>
            <a:pPr>
              <a:lnSpc>
                <a:spcPct val="120000"/>
              </a:lnSpc>
            </a:pPr>
            <a:r>
              <a:rPr lang="en-US" sz="2300" b="1" noProof="1">
                <a:latin typeface="HSE Sans" panose="02000000000000000000" pitchFamily="50" charset="0"/>
                <a:ea typeface="MiSans"/>
              </a:rPr>
              <a:t>0</a:t>
            </a:r>
            <a:endParaRPr lang="en-US" sz="2300" noProof="1">
              <a:latin typeface="HSE Sans" panose="02000000000000000000" pitchFamily="50" charset="0"/>
            </a:endParaRPr>
          </a:p>
        </p:txBody>
      </p:sp>
      <p:sp>
        <p:nvSpPr>
          <p:cNvPr id="15" name="fact3-num">
            <a:extLst>
              <a:ext uri="{FF2B5EF4-FFF2-40B4-BE49-F238E27FC236}">
                <a16:creationId xmlns:a16="http://schemas.microsoft.com/office/drawing/2014/main" id="{D811313C-12B8-60B9-EB54-2D3460F35C4A}"/>
              </a:ext>
            </a:extLst>
          </p:cNvPr>
          <p:cNvSpPr txBox="1"/>
          <p:nvPr/>
        </p:nvSpPr>
        <p:spPr>
          <a:xfrm>
            <a:off x="8029412" y="4727536"/>
            <a:ext cx="832487" cy="406400"/>
          </a:xfrm>
          <a:prstGeom prst="rect">
            <a:avLst/>
          </a:prstGeom>
          <a:noFill/>
          <a:ln>
            <a:noFill/>
          </a:ln>
        </p:spPr>
        <p:txBody>
          <a:bodyPr wrap="none" lIns="0" tIns="0" rIns="0" bIns="0" rtlCol="0"/>
          <a:lstStyle/>
          <a:p>
            <a:pPr>
              <a:lnSpc>
                <a:spcPct val="120000"/>
              </a:lnSpc>
            </a:pPr>
            <a:r>
              <a:rPr lang="en-US" sz="2300" b="1" noProof="1">
                <a:latin typeface="HSE Sans" panose="02000000000000000000" pitchFamily="50" charset="0"/>
                <a:ea typeface="MiSans"/>
              </a:rPr>
              <a:t>5007</a:t>
            </a:r>
            <a:endParaRPr lang="en-US" sz="2300" noProof="1">
              <a:latin typeface="HSE Sans" panose="02000000000000000000" pitchFamily="50" charset="0"/>
            </a:endParaRPr>
          </a:p>
        </p:txBody>
      </p:sp>
      <p:sp>
        <p:nvSpPr>
          <p:cNvPr id="16" name="fact1-cap">
            <a:extLst>
              <a:ext uri="{FF2B5EF4-FFF2-40B4-BE49-F238E27FC236}">
                <a16:creationId xmlns:a16="http://schemas.microsoft.com/office/drawing/2014/main" id="{7B840F22-7CB4-AC04-891D-5E8D69544426}"/>
              </a:ext>
            </a:extLst>
          </p:cNvPr>
          <p:cNvSpPr txBox="1"/>
          <p:nvPr/>
        </p:nvSpPr>
        <p:spPr>
          <a:xfrm>
            <a:off x="1027967" y="5130800"/>
            <a:ext cx="3390900" cy="660400"/>
          </a:xfrm>
          <a:prstGeom prst="rect">
            <a:avLst/>
          </a:prstGeom>
          <a:noFill/>
          <a:ln>
            <a:noFill/>
          </a:ln>
        </p:spPr>
        <p:txBody>
          <a:bodyPr wrap="square" lIns="0" tIns="0" rIns="0" bIns="0" rtlCol="0"/>
          <a:lstStyle/>
          <a:p>
            <a:pPr>
              <a:lnSpc>
                <a:spcPct val="145000"/>
              </a:lnSpc>
            </a:pPr>
            <a:r>
              <a:rPr lang="en-US" sz="1100" noProof="1">
                <a:latin typeface="HSE Sans" panose="02000000000000000000" pitchFamily="50" charset="0"/>
                <a:ea typeface="MiSans"/>
              </a:rPr>
              <a:t>защит диссертаций в срок в России в 2021 г.; девять лет назад было 26,2%</a:t>
            </a:r>
            <a:endParaRPr lang="en-US" sz="1100" noProof="1">
              <a:latin typeface="HSE Sans" panose="02000000000000000000" pitchFamily="50" charset="0"/>
            </a:endParaRPr>
          </a:p>
        </p:txBody>
      </p:sp>
      <p:sp>
        <p:nvSpPr>
          <p:cNvPr id="17" name="fact2-cap">
            <a:extLst>
              <a:ext uri="{FF2B5EF4-FFF2-40B4-BE49-F238E27FC236}">
                <a16:creationId xmlns:a16="http://schemas.microsoft.com/office/drawing/2014/main" id="{63540A85-64B8-C188-47F5-05C8A1DAAAA0}"/>
              </a:ext>
            </a:extLst>
          </p:cNvPr>
          <p:cNvSpPr txBox="1"/>
          <p:nvPr/>
        </p:nvSpPr>
        <p:spPr>
          <a:xfrm>
            <a:off x="4648239" y="5130800"/>
            <a:ext cx="3390900" cy="660400"/>
          </a:xfrm>
          <a:prstGeom prst="rect">
            <a:avLst/>
          </a:prstGeom>
          <a:noFill/>
          <a:ln>
            <a:noFill/>
          </a:ln>
        </p:spPr>
        <p:txBody>
          <a:bodyPr wrap="square" lIns="0" tIns="0" rIns="0" bIns="0" rtlCol="0"/>
          <a:lstStyle/>
          <a:p>
            <a:pPr>
              <a:lnSpc>
                <a:spcPct val="145000"/>
              </a:lnSpc>
            </a:pPr>
            <a:r>
              <a:rPr lang="en-US" sz="1100" noProof="1">
                <a:latin typeface="HSE Sans" panose="02000000000000000000" pitchFamily="50" charset="0"/>
                <a:ea typeface="MiSans"/>
              </a:rPr>
              <a:t>регрессионных моделей намерения уйти на этом массиве до этой работы</a:t>
            </a:r>
            <a:endParaRPr lang="en-US" sz="1100" noProof="1">
              <a:latin typeface="HSE Sans" panose="02000000000000000000" pitchFamily="50" charset="0"/>
            </a:endParaRPr>
          </a:p>
        </p:txBody>
      </p:sp>
      <p:sp>
        <p:nvSpPr>
          <p:cNvPr id="18" name="fact3-cap">
            <a:extLst>
              <a:ext uri="{FF2B5EF4-FFF2-40B4-BE49-F238E27FC236}">
                <a16:creationId xmlns:a16="http://schemas.microsoft.com/office/drawing/2014/main" id="{2A8BD73A-575D-07DA-58A4-A2CA10AC61AC}"/>
              </a:ext>
            </a:extLst>
          </p:cNvPr>
          <p:cNvSpPr txBox="1"/>
          <p:nvPr/>
        </p:nvSpPr>
        <p:spPr>
          <a:xfrm>
            <a:off x="8039139" y="5125396"/>
            <a:ext cx="3390900" cy="660400"/>
          </a:xfrm>
          <a:prstGeom prst="rect">
            <a:avLst/>
          </a:prstGeom>
          <a:noFill/>
          <a:ln>
            <a:noFill/>
          </a:ln>
        </p:spPr>
        <p:txBody>
          <a:bodyPr wrap="square" lIns="0" tIns="0" rIns="0" bIns="0" rtlCol="0"/>
          <a:lstStyle/>
          <a:p>
            <a:pPr>
              <a:lnSpc>
                <a:spcPct val="145000"/>
              </a:lnSpc>
            </a:pPr>
            <a:r>
              <a:rPr lang="en-US" sz="1100" noProof="1">
                <a:latin typeface="HSE Sans" panose="02000000000000000000" pitchFamily="50" charset="0"/>
                <a:ea typeface="MiSans"/>
              </a:rPr>
              <a:t>аспирантов из 248 вузов ответили на опрос</a:t>
            </a:r>
            <a:endParaRPr lang="en-US" sz="1100" noProof="1">
              <a:latin typeface="HSE Sans" panose="02000000000000000000" pitchFamily="50" charset="0"/>
            </a:endParaRPr>
          </a:p>
        </p:txBody>
      </p:sp>
    </p:spTree>
    <p:extLst>
      <p:ext uri="{BB962C8B-B14F-4D97-AF65-F5344CB8AC3E}">
        <p14:creationId xmlns:p14="http://schemas.microsoft.com/office/powerpoint/2010/main" val="1452210610"/>
      </p:ext>
    </p:extLst>
  </p:cSld>
  <p:clrMapOvr>
    <a:masterClrMapping/>
  </p:clrMapOvr>
  <mc:AlternateContent xmlns:mc="http://schemas.openxmlformats.org/markup-compatibility/2006">
    <mc:Choice xmlns:p14="http://schemas.microsoft.com/office/powerpoint/2010/main" Requires="p14">
      <p:transition p14:dur="0" advClick="0" advTm="26000"/>
    </mc:Choice>
    <mc:Fallback>
      <p:transition advClick="0" advTm="26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Заголовок 2">
            <a:extLst>
              <a:ext uri="{FF2B5EF4-FFF2-40B4-BE49-F238E27FC236}">
                <a16:creationId xmlns:a16="http://schemas.microsoft.com/office/drawing/2014/main" id="{8219D05C-99A7-9C48-B903-118CF3BA60CA}"/>
              </a:ext>
            </a:extLst>
          </p:cNvPr>
          <p:cNvSpPr>
            <a:spLocks noGrp="1"/>
          </p:cNvSpPr>
          <p:nvPr>
            <p:ph type="title"/>
          </p:nvPr>
        </p:nvSpPr>
        <p:spPr>
          <a:xfrm>
            <a:off x="585897" y="1369966"/>
            <a:ext cx="11165115" cy="624201"/>
          </a:xfrm>
        </p:spPr>
        <p:txBody>
          <a:bodyPr>
            <a:normAutofit/>
          </a:bodyPr>
          <a:lstStyle/>
          <a:p>
            <a:r>
              <a:rPr lang="ru-RU" sz="2600" dirty="0"/>
              <a:t>Массив: 5007 аспирантов из 248 вузов </a:t>
            </a:r>
            <a:r>
              <a:rPr lang="en-US" sz="2600" dirty="0"/>
              <a:t>&amp;</a:t>
            </a:r>
            <a:r>
              <a:rPr lang="ru-RU" sz="2600" dirty="0"/>
              <a:t> Границы массива </a:t>
            </a:r>
          </a:p>
        </p:txBody>
      </p:sp>
      <p:sp>
        <p:nvSpPr>
          <p:cNvPr id="4" name="Текст 3">
            <a:extLst>
              <a:ext uri="{FF2B5EF4-FFF2-40B4-BE49-F238E27FC236}">
                <a16:creationId xmlns:a16="http://schemas.microsoft.com/office/drawing/2014/main" id="{985EFA28-570A-F647-B2F7-A43359726B4F}"/>
              </a:ext>
            </a:extLst>
          </p:cNvPr>
          <p:cNvSpPr>
            <a:spLocks noGrp="1"/>
          </p:cNvSpPr>
          <p:nvPr>
            <p:ph type="body" sz="quarter" idx="12"/>
          </p:nvPr>
        </p:nvSpPr>
        <p:spPr>
          <a:xfrm>
            <a:off x="585897" y="2117870"/>
            <a:ext cx="5245561" cy="3913273"/>
          </a:xfrm>
        </p:spPr>
        <p:txBody>
          <a:bodyPr>
            <a:noAutofit/>
          </a:bodyPr>
          <a:lstStyle/>
          <a:p>
            <a:pPr>
              <a:lnSpc>
                <a:spcPct val="110000"/>
              </a:lnSpc>
              <a:spcAft>
                <a:spcPts val="800"/>
              </a:spcAft>
            </a:pPr>
            <a:r>
              <a:rPr lang="ru-RU" b="1" dirty="0"/>
              <a:t>Что в массиве:</a:t>
            </a:r>
          </a:p>
          <a:p>
            <a:pPr>
              <a:lnSpc>
                <a:spcPct val="110000"/>
              </a:lnSpc>
              <a:spcBef>
                <a:spcPts val="0"/>
              </a:spcBef>
              <a:spcAft>
                <a:spcPts val="1200"/>
              </a:spcAft>
            </a:pPr>
            <a:r>
              <a:rPr lang="ru-RU" dirty="0"/>
              <a:t>Всероссийский мониторинг аспирантуры ИО ВШЭ, пандемийная волна 2021 г.; 276 переменных. </a:t>
            </a:r>
          </a:p>
          <a:p>
            <a:pPr>
              <a:lnSpc>
                <a:spcPct val="110000"/>
              </a:lnSpc>
              <a:spcBef>
                <a:spcPts val="0"/>
              </a:spcBef>
              <a:spcAft>
                <a:spcPts val="800"/>
              </a:spcAft>
            </a:pPr>
            <a:r>
              <a:rPr lang="ru-RU" b="1" dirty="0"/>
              <a:t>Блоки анкеты:</a:t>
            </a:r>
          </a:p>
          <a:p>
            <a:pPr>
              <a:lnSpc>
                <a:spcPct val="110000"/>
              </a:lnSpc>
              <a:spcBef>
                <a:spcPts val="0"/>
              </a:spcBef>
              <a:spcAft>
                <a:spcPts val="400"/>
              </a:spcAft>
            </a:pPr>
            <a:r>
              <a:rPr lang="ru-RU" b="1" dirty="0"/>
              <a:t>•</a:t>
            </a:r>
            <a:r>
              <a:rPr lang="ru-RU" dirty="0"/>
              <a:t> </a:t>
            </a:r>
            <a:r>
              <a:rPr lang="ru-RU" b="1" dirty="0"/>
              <a:t>Среда и руководство: </a:t>
            </a:r>
            <a:r>
              <a:rPr lang="ru-RU" dirty="0"/>
              <a:t>— 13 практик руководителя, удовлетворённость, принадлежность программе, качество образования, курсы;</a:t>
            </a:r>
          </a:p>
          <a:p>
            <a:pPr>
              <a:lnSpc>
                <a:spcPct val="110000"/>
              </a:lnSpc>
              <a:spcBef>
                <a:spcPts val="0"/>
              </a:spcBef>
              <a:spcAft>
                <a:spcPts val="400"/>
              </a:spcAft>
            </a:pPr>
            <a:r>
              <a:rPr lang="ru-RU" b="1" dirty="0"/>
              <a:t>• Жизненные обстоятельства: </a:t>
            </a:r>
            <a:r>
              <a:rPr lang="ru-RU" dirty="0"/>
              <a:t>— занятость и её связь с диссертацией, доход, ковидные трудности, семья;</a:t>
            </a:r>
          </a:p>
          <a:p>
            <a:pPr>
              <a:lnSpc>
                <a:spcPct val="110000"/>
              </a:lnSpc>
              <a:spcBef>
                <a:spcPts val="0"/>
              </a:spcBef>
              <a:spcAft>
                <a:spcPts val="400"/>
              </a:spcAft>
            </a:pPr>
            <a:r>
              <a:rPr lang="ru-RU" b="1" dirty="0"/>
              <a:t>• Мотивация и цели + демография;</a:t>
            </a:r>
          </a:p>
          <a:p>
            <a:pPr>
              <a:lnSpc>
                <a:spcPct val="110000"/>
              </a:lnSpc>
              <a:spcBef>
                <a:spcPts val="0"/>
              </a:spcBef>
            </a:pPr>
            <a:r>
              <a:rPr lang="ru-RU" b="1" dirty="0"/>
              <a:t>• Самочувствие: </a:t>
            </a:r>
            <a:r>
              <a:rPr lang="ru-RU" dirty="0"/>
              <a:t>PHQ-8</a:t>
            </a:r>
          </a:p>
          <a:p>
            <a:pPr>
              <a:lnSpc>
                <a:spcPct val="110000"/>
              </a:lnSpc>
              <a:spcBef>
                <a:spcPts val="0"/>
              </a:spcBef>
              <a:spcAft>
                <a:spcPts val="400"/>
              </a:spcAft>
            </a:pPr>
            <a:endParaRPr lang="ru-RU" dirty="0"/>
          </a:p>
          <a:p>
            <a:pPr>
              <a:lnSpc>
                <a:spcPct val="110000"/>
              </a:lnSpc>
              <a:spcBef>
                <a:spcPts val="0"/>
              </a:spcBef>
            </a:pPr>
            <a:r>
              <a:rPr lang="ru-RU" b="1" dirty="0"/>
              <a:t>Рамка</a:t>
            </a:r>
            <a:r>
              <a:rPr lang="ru-RU" dirty="0"/>
              <a:t> — две традиции литературы об отсеве: институциональная интеграция (</a:t>
            </a:r>
            <a:r>
              <a:rPr lang="en-US" i="1" dirty="0"/>
              <a:t>Tinto (1993, 2012)</a:t>
            </a:r>
            <a:r>
              <a:rPr lang="ru-RU" dirty="0"/>
              <a:t>; </a:t>
            </a:r>
            <a:r>
              <a:rPr lang="en-US" i="1" dirty="0"/>
              <a:t>Lovitts (2001)</a:t>
            </a:r>
            <a:r>
              <a:rPr lang="ru-RU" dirty="0"/>
              <a:t>: «дело не в студенте, а в среде») против жизненных обстоятельств нетрадиционных студентов (</a:t>
            </a:r>
            <a:r>
              <a:rPr lang="en-US" i="1" dirty="0"/>
              <a:t>Bean &amp; Metzner (1985)</a:t>
            </a:r>
            <a:r>
              <a:rPr lang="ru-RU" dirty="0"/>
              <a:t>)</a:t>
            </a:r>
          </a:p>
          <a:p>
            <a:pPr>
              <a:lnSpc>
                <a:spcPct val="110000"/>
              </a:lnSpc>
              <a:spcBef>
                <a:spcPts val="0"/>
              </a:spcBef>
              <a:spcAft>
                <a:spcPts val="800"/>
              </a:spcAft>
            </a:pPr>
            <a:r>
              <a:rPr lang="ru-RU" i="1" dirty="0"/>
              <a:t>(см. также Castelló </a:t>
            </a:r>
            <a:r>
              <a:rPr lang="ru-RU" i="1" dirty="0" err="1"/>
              <a:t>et</a:t>
            </a:r>
            <a:r>
              <a:rPr lang="ru-RU" i="1" dirty="0"/>
              <a:t> </a:t>
            </a:r>
            <a:r>
              <a:rPr lang="ru-RU" i="1" dirty="0" err="1"/>
              <a:t>al</a:t>
            </a:r>
            <a:r>
              <a:rPr lang="ru-RU" i="1" dirty="0"/>
              <a:t>., 2017 — испанский контекст)</a:t>
            </a:r>
          </a:p>
          <a:p>
            <a:pPr>
              <a:lnSpc>
                <a:spcPct val="110000"/>
              </a:lnSpc>
              <a:spcBef>
                <a:spcPts val="0"/>
              </a:spcBef>
              <a:spcAft>
                <a:spcPts val="800"/>
              </a:spcAft>
            </a:pPr>
            <a:endParaRPr lang="en-US" b="1" dirty="0"/>
          </a:p>
          <a:p>
            <a:pPr>
              <a:lnSpc>
                <a:spcPct val="110000"/>
              </a:lnSpc>
            </a:pPr>
            <a:endParaRPr lang="en-US" dirty="0"/>
          </a:p>
        </p:txBody>
      </p:sp>
      <p:sp>
        <p:nvSpPr>
          <p:cNvPr id="5" name="Текст 4">
            <a:extLst>
              <a:ext uri="{FF2B5EF4-FFF2-40B4-BE49-F238E27FC236}">
                <a16:creationId xmlns:a16="http://schemas.microsoft.com/office/drawing/2014/main" id="{C612FDF3-830C-8745-A254-C8DF29B6C387}"/>
              </a:ext>
            </a:extLst>
          </p:cNvPr>
          <p:cNvSpPr>
            <a:spLocks noGrp="1"/>
          </p:cNvSpPr>
          <p:nvPr>
            <p:ph type="body" sz="quarter" idx="13"/>
          </p:nvPr>
        </p:nvSpPr>
        <p:spPr>
          <a:xfrm>
            <a:off x="1143690" y="641332"/>
            <a:ext cx="1380436" cy="222884"/>
          </a:xfrm>
        </p:spPr>
        <p:txBody>
          <a:bodyPr/>
          <a:lstStyle/>
          <a:p>
            <a:r>
              <a:rPr lang="ru-RU" sz="1000" dirty="0">
                <a:latin typeface="HSE Sans" panose="02000000000000000000" pitchFamily="50" charset="0"/>
              </a:rPr>
              <a:t>ХАКАТОН </a:t>
            </a:r>
            <a:r>
              <a:rPr lang="ru-RU" dirty="0">
                <a:latin typeface="HSE Sans" panose="02000000000000000000" pitchFamily="50" charset="0"/>
              </a:rPr>
              <a:t>ИВО </a:t>
            </a:r>
            <a:r>
              <a:rPr lang="ru-RU" sz="1000" dirty="0">
                <a:latin typeface="HSE Sans" panose="02000000000000000000" pitchFamily="50" charset="0"/>
              </a:rPr>
              <a:t>· 2026</a:t>
            </a:r>
            <a:endParaRPr lang="ru-RU" dirty="0"/>
          </a:p>
        </p:txBody>
      </p:sp>
      <p:sp>
        <p:nvSpPr>
          <p:cNvPr id="8" name="Текст 4">
            <a:extLst>
              <a:ext uri="{FF2B5EF4-FFF2-40B4-BE49-F238E27FC236}">
                <a16:creationId xmlns:a16="http://schemas.microsoft.com/office/drawing/2014/main" id="{A247BE6E-9298-A80D-DCEF-491B5C6F2191}"/>
              </a:ext>
            </a:extLst>
          </p:cNvPr>
          <p:cNvSpPr txBox="1">
            <a:spLocks/>
          </p:cNvSpPr>
          <p:nvPr/>
        </p:nvSpPr>
        <p:spPr>
          <a:xfrm>
            <a:off x="2901153" y="637396"/>
            <a:ext cx="1380436" cy="222884"/>
          </a:xfrm>
          <a:prstGeom prst="rect">
            <a:avLst/>
          </a:prstGeom>
        </p:spPr>
        <p:txBody>
          <a:bodyPr lIns="0" tIns="0" rIns="0" bIns="0">
            <a:noAutofit/>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sz="1000" b="0" i="0" kern="1200">
                <a:solidFill>
                  <a:schemeClr val="tx1"/>
                </a:solidFill>
                <a:latin typeface="HSE Sans" panose="02000000000000000000" pitchFamily="2" charset="0"/>
                <a:ea typeface="+mn-ea"/>
                <a:cs typeface="+mn-cs"/>
              </a:defRPr>
            </a:lvl1pPr>
            <a:lvl2pPr marL="4572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2pPr>
            <a:lvl3pPr marL="9144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3pPr>
            <a:lvl4pPr marL="13716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4pPr>
            <a:lvl5pPr marL="18288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ru-RU" dirty="0">
                <a:latin typeface="HSE Sans" panose="02000000000000000000" pitchFamily="50" charset="0"/>
              </a:rPr>
              <a:t>ДАННЫЕ</a:t>
            </a:r>
          </a:p>
        </p:txBody>
      </p:sp>
      <p:sp>
        <p:nvSpPr>
          <p:cNvPr id="9" name="Текст 3">
            <a:extLst>
              <a:ext uri="{FF2B5EF4-FFF2-40B4-BE49-F238E27FC236}">
                <a16:creationId xmlns:a16="http://schemas.microsoft.com/office/drawing/2014/main" id="{81790008-727C-62D8-B44D-4A1DB434BEE6}"/>
              </a:ext>
            </a:extLst>
          </p:cNvPr>
          <p:cNvSpPr txBox="1">
            <a:spLocks/>
          </p:cNvSpPr>
          <p:nvPr/>
        </p:nvSpPr>
        <p:spPr>
          <a:xfrm>
            <a:off x="6360544" y="2117870"/>
            <a:ext cx="5245561" cy="4331566"/>
          </a:xfrm>
          <a:prstGeom prst="rect">
            <a:avLst/>
          </a:prstGeom>
        </p:spPr>
        <p:txBody>
          <a:bodyPr lIns="0" tIns="0" rIns="0">
            <a:noAutofit/>
          </a:bodyPr>
          <a:lstStyle>
            <a:lvl1pPr marL="0" marR="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sz="1300" b="0" i="0" kern="1200">
                <a:solidFill>
                  <a:srgbClr val="0E2D69"/>
                </a:solidFill>
                <a:latin typeface="HSE Sans" panose="02000000000000000000" pitchFamily="2" charset="0"/>
                <a:ea typeface="+mn-ea"/>
                <a:cs typeface="+mn-cs"/>
              </a:defRPr>
            </a:lvl1pPr>
            <a:lvl2pPr marL="457200" indent="0" algn="l" defTabSz="914400" rtl="0" eaLnBrk="1" latinLnBrk="0" hangingPunct="1">
              <a:lnSpc>
                <a:spcPct val="100000"/>
              </a:lnSpc>
              <a:spcBef>
                <a:spcPts val="1000"/>
              </a:spcBef>
              <a:buFont typeface="Arial" panose="020B0604020202020204" pitchFamily="34" charset="0"/>
              <a:buNone/>
              <a:defRPr sz="1300" b="0" i="0" kern="1200">
                <a:solidFill>
                  <a:srgbClr val="0E2D69"/>
                </a:solidFill>
                <a:latin typeface="HSE Sans" panose="02000000000000000000" pitchFamily="2" charset="0"/>
                <a:ea typeface="+mn-ea"/>
                <a:cs typeface="+mn-cs"/>
              </a:defRPr>
            </a:lvl2pPr>
            <a:lvl3pPr marL="914400" indent="0" algn="l" defTabSz="914400" rtl="0" eaLnBrk="1" latinLnBrk="0" hangingPunct="1">
              <a:lnSpc>
                <a:spcPct val="100000"/>
              </a:lnSpc>
              <a:spcBef>
                <a:spcPts val="1000"/>
              </a:spcBef>
              <a:buFont typeface="Arial" panose="020B0604020202020204" pitchFamily="34" charset="0"/>
              <a:buNone/>
              <a:defRPr sz="1300" b="0" i="0" kern="1200">
                <a:solidFill>
                  <a:srgbClr val="0E2D69"/>
                </a:solidFill>
                <a:latin typeface="HSE Sans" panose="02000000000000000000" pitchFamily="2" charset="0"/>
                <a:ea typeface="+mn-ea"/>
                <a:cs typeface="+mn-cs"/>
              </a:defRPr>
            </a:lvl3pPr>
            <a:lvl4pPr marL="1371600" indent="0" algn="l" defTabSz="914400" rtl="0" eaLnBrk="1" latinLnBrk="0" hangingPunct="1">
              <a:lnSpc>
                <a:spcPct val="100000"/>
              </a:lnSpc>
              <a:spcBef>
                <a:spcPts val="1000"/>
              </a:spcBef>
              <a:buFont typeface="Arial" panose="020B0604020202020204" pitchFamily="34" charset="0"/>
              <a:buNone/>
              <a:defRPr sz="1300" b="0" i="0" kern="1200">
                <a:solidFill>
                  <a:srgbClr val="0E2D69"/>
                </a:solidFill>
                <a:latin typeface="HSE Sans" panose="02000000000000000000" pitchFamily="2" charset="0"/>
                <a:ea typeface="+mn-ea"/>
                <a:cs typeface="+mn-cs"/>
              </a:defRPr>
            </a:lvl4pPr>
            <a:lvl5pPr marL="1828800" indent="0" algn="l" defTabSz="914400" rtl="0" eaLnBrk="1" latinLnBrk="0" hangingPunct="1">
              <a:lnSpc>
                <a:spcPct val="100000"/>
              </a:lnSpc>
              <a:spcBef>
                <a:spcPts val="1000"/>
              </a:spcBef>
              <a:buFont typeface="Arial" panose="020B0604020202020204" pitchFamily="34" charset="0"/>
              <a:buNone/>
              <a:defRPr sz="1300" b="0" i="0" kern="1200">
                <a:solidFill>
                  <a:srgbClr val="0E2D69"/>
                </a:solidFill>
                <a:latin typeface="HSE Sans" panose="02000000000000000000"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10000"/>
              </a:lnSpc>
              <a:spcAft>
                <a:spcPts val="800"/>
              </a:spcAft>
            </a:pPr>
            <a:r>
              <a:rPr lang="ru-RU" b="1" dirty="0"/>
              <a:t>Ограничения:</a:t>
            </a:r>
          </a:p>
          <a:p>
            <a:pPr>
              <a:lnSpc>
                <a:spcPct val="110000"/>
              </a:lnSpc>
              <a:spcBef>
                <a:spcPts val="0"/>
              </a:spcBef>
              <a:spcAft>
                <a:spcPts val="800"/>
              </a:spcAft>
            </a:pPr>
            <a:r>
              <a:rPr lang="ru-RU" b="1" dirty="0"/>
              <a:t>• Онлайн-опрос с самоселекцией, весов нет </a:t>
            </a:r>
            <a:r>
              <a:rPr lang="ru-RU" dirty="0"/>
              <a:t>— анализируем структуру связей внутри массива, доли в популяции не восстанавливаем.</a:t>
            </a:r>
          </a:p>
          <a:p>
            <a:pPr>
              <a:lnSpc>
                <a:spcPct val="110000"/>
              </a:lnSpc>
              <a:spcBef>
                <a:spcPts val="0"/>
              </a:spcBef>
              <a:spcAft>
                <a:spcPts val="800"/>
              </a:spcAft>
            </a:pPr>
            <a:r>
              <a:rPr lang="ru-RU" b="1" dirty="0"/>
              <a:t>• Кросс-секция </a:t>
            </a:r>
            <a:r>
              <a:rPr lang="ru-RU" dirty="0"/>
              <a:t>— выводы об ассоциациях, а не о причинности.</a:t>
            </a:r>
          </a:p>
          <a:p>
            <a:pPr>
              <a:lnSpc>
                <a:spcPct val="110000"/>
              </a:lnSpc>
              <a:spcBef>
                <a:spcPts val="0"/>
              </a:spcBef>
              <a:spcAft>
                <a:spcPts val="800"/>
              </a:spcAft>
            </a:pPr>
            <a:r>
              <a:rPr lang="ru-RU" b="1" dirty="0"/>
              <a:t>Аналитическая выборка n = 4569 </a:t>
            </a:r>
            <a:r>
              <a:rPr lang="ru-RU" dirty="0"/>
              <a:t>(аспиранты с научным руководителем). </a:t>
            </a:r>
          </a:p>
          <a:p>
            <a:pPr>
              <a:lnSpc>
                <a:spcPct val="110000"/>
              </a:lnSpc>
              <a:spcBef>
                <a:spcPts val="0"/>
              </a:spcBef>
              <a:spcAft>
                <a:spcPts val="2000"/>
              </a:spcAft>
            </a:pPr>
            <a:r>
              <a:rPr lang="ru-RU" b="1" dirty="0"/>
              <a:t>Пропуски</a:t>
            </a:r>
            <a:r>
              <a:rPr lang="ru-RU" dirty="0"/>
              <a:t> — множественная импутация MICE, 20 наборов, пулинг оценок по правилам Рубина. (complete-case теряет треть выборки и занижает общий R² (0,256 против 0,277))</a:t>
            </a:r>
          </a:p>
          <a:p>
            <a:pPr>
              <a:lnSpc>
                <a:spcPct val="110000"/>
              </a:lnSpc>
              <a:spcBef>
                <a:spcPts val="0"/>
              </a:spcBef>
              <a:spcAft>
                <a:spcPts val="2000"/>
              </a:spcAft>
            </a:pPr>
            <a:r>
              <a:rPr lang="ru-RU" dirty="0"/>
              <a:t>Среда управляема вузом, обстоятельства — нет; что из них перевешивает, на российских данных не измерял никто.</a:t>
            </a:r>
          </a:p>
          <a:p>
            <a:pPr>
              <a:lnSpc>
                <a:spcPct val="110000"/>
              </a:lnSpc>
              <a:spcAft>
                <a:spcPts val="1200"/>
              </a:spcAft>
            </a:pPr>
            <a:endParaRPr lang="ru-RU" b="1" dirty="0"/>
          </a:p>
          <a:p>
            <a:pPr>
              <a:lnSpc>
                <a:spcPct val="110000"/>
              </a:lnSpc>
              <a:spcAft>
                <a:spcPts val="1200"/>
              </a:spcAft>
            </a:pPr>
            <a:endParaRPr lang="ru-RU" b="1" dirty="0"/>
          </a:p>
          <a:p>
            <a:pPr>
              <a:lnSpc>
                <a:spcPct val="110000"/>
              </a:lnSpc>
              <a:spcAft>
                <a:spcPts val="1200"/>
              </a:spcAft>
            </a:pPr>
            <a:endParaRPr lang="ru-RU" dirty="0"/>
          </a:p>
          <a:p>
            <a:pPr>
              <a:lnSpc>
                <a:spcPct val="110000"/>
              </a:lnSpc>
              <a:spcBef>
                <a:spcPts val="0"/>
              </a:spcBef>
              <a:spcAft>
                <a:spcPts val="1200"/>
              </a:spcAft>
            </a:pPr>
            <a:endParaRPr lang="en-US" b="1" dirty="0"/>
          </a:p>
          <a:p>
            <a:pPr>
              <a:lnSpc>
                <a:spcPct val="110000"/>
              </a:lnSpc>
            </a:pPr>
            <a:endParaRPr lang="en-US" dirty="0"/>
          </a:p>
        </p:txBody>
      </p:sp>
    </p:spTree>
    <p:extLst>
      <p:ext uri="{BB962C8B-B14F-4D97-AF65-F5344CB8AC3E}">
        <p14:creationId xmlns:p14="http://schemas.microsoft.com/office/powerpoint/2010/main" val="2822608990"/>
      </p:ext>
    </p:extLst>
  </p:cSld>
  <p:clrMapOvr>
    <a:masterClrMapping/>
  </p:clrMapOvr>
  <mc:AlternateContent xmlns:mc="http://schemas.openxmlformats.org/markup-compatibility/2006">
    <mc:Choice xmlns:p14="http://schemas.microsoft.com/office/powerpoint/2010/main" Requires="p14">
      <p:transition p14:dur="0" advClick="0" advTm="26000"/>
    </mc:Choice>
    <mc:Fallback>
      <p:transition advClick="0" advTm="2600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Заголовок 2">
            <a:extLst>
              <a:ext uri="{FF2B5EF4-FFF2-40B4-BE49-F238E27FC236}">
                <a16:creationId xmlns:a16="http://schemas.microsoft.com/office/drawing/2014/main" id="{8219D05C-99A7-9C48-B903-118CF3BA60CA}"/>
              </a:ext>
            </a:extLst>
          </p:cNvPr>
          <p:cNvSpPr>
            <a:spLocks noGrp="1"/>
          </p:cNvSpPr>
          <p:nvPr>
            <p:ph type="title"/>
          </p:nvPr>
        </p:nvSpPr>
        <p:spPr>
          <a:xfrm>
            <a:off x="585897" y="1369966"/>
            <a:ext cx="11495855" cy="777025"/>
          </a:xfrm>
        </p:spPr>
        <p:txBody>
          <a:bodyPr>
            <a:normAutofit/>
          </a:bodyPr>
          <a:lstStyle/>
          <a:p>
            <a:r>
              <a:rPr lang="ru-RU" sz="2600" b="1" dirty="0"/>
              <a:t>Каждый пятый </a:t>
            </a:r>
            <a:r>
              <a:rPr lang="ru-RU" sz="2600" dirty="0"/>
              <a:t>хочет бросить аспирантуру — и эта мера валидна</a:t>
            </a:r>
          </a:p>
        </p:txBody>
      </p:sp>
      <p:sp>
        <p:nvSpPr>
          <p:cNvPr id="5" name="Текст 4">
            <a:extLst>
              <a:ext uri="{FF2B5EF4-FFF2-40B4-BE49-F238E27FC236}">
                <a16:creationId xmlns:a16="http://schemas.microsoft.com/office/drawing/2014/main" id="{C612FDF3-830C-8745-A254-C8DF29B6C387}"/>
              </a:ext>
            </a:extLst>
          </p:cNvPr>
          <p:cNvSpPr>
            <a:spLocks noGrp="1"/>
          </p:cNvSpPr>
          <p:nvPr>
            <p:ph type="body" sz="quarter" idx="13"/>
          </p:nvPr>
        </p:nvSpPr>
        <p:spPr>
          <a:xfrm>
            <a:off x="1143690" y="641332"/>
            <a:ext cx="1380436" cy="222884"/>
          </a:xfrm>
        </p:spPr>
        <p:txBody>
          <a:bodyPr/>
          <a:lstStyle/>
          <a:p>
            <a:r>
              <a:rPr lang="ru-RU" sz="1000" dirty="0">
                <a:latin typeface="HSE Sans" panose="02000000000000000000" pitchFamily="50" charset="0"/>
              </a:rPr>
              <a:t>ХАКАТОН </a:t>
            </a:r>
            <a:r>
              <a:rPr lang="ru-RU" dirty="0">
                <a:latin typeface="HSE Sans" panose="02000000000000000000" pitchFamily="50" charset="0"/>
              </a:rPr>
              <a:t>ИВО </a:t>
            </a:r>
            <a:r>
              <a:rPr lang="ru-RU" sz="1000" dirty="0">
                <a:latin typeface="HSE Sans" panose="02000000000000000000" pitchFamily="50" charset="0"/>
              </a:rPr>
              <a:t>· 2026</a:t>
            </a:r>
            <a:endParaRPr lang="ru-RU" dirty="0"/>
          </a:p>
        </p:txBody>
      </p:sp>
      <p:sp>
        <p:nvSpPr>
          <p:cNvPr id="8" name="Текст 4">
            <a:extLst>
              <a:ext uri="{FF2B5EF4-FFF2-40B4-BE49-F238E27FC236}">
                <a16:creationId xmlns:a16="http://schemas.microsoft.com/office/drawing/2014/main" id="{A247BE6E-9298-A80D-DCEF-491B5C6F2191}"/>
              </a:ext>
            </a:extLst>
          </p:cNvPr>
          <p:cNvSpPr txBox="1">
            <a:spLocks/>
          </p:cNvSpPr>
          <p:nvPr/>
        </p:nvSpPr>
        <p:spPr>
          <a:xfrm>
            <a:off x="2901153" y="637396"/>
            <a:ext cx="1380436" cy="222884"/>
          </a:xfrm>
          <a:prstGeom prst="rect">
            <a:avLst/>
          </a:prstGeom>
        </p:spPr>
        <p:txBody>
          <a:bodyPr lIns="0" tIns="0" rIns="0" bIns="0">
            <a:noAutofit/>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sz="1000" b="0" i="0" kern="1200">
                <a:solidFill>
                  <a:schemeClr val="tx1"/>
                </a:solidFill>
                <a:latin typeface="HSE Sans" panose="02000000000000000000" pitchFamily="2" charset="0"/>
                <a:ea typeface="+mn-ea"/>
                <a:cs typeface="+mn-cs"/>
              </a:defRPr>
            </a:lvl1pPr>
            <a:lvl2pPr marL="4572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2pPr>
            <a:lvl3pPr marL="9144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3pPr>
            <a:lvl4pPr marL="13716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4pPr>
            <a:lvl5pPr marL="18288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ru-RU" dirty="0">
                <a:latin typeface="HSE Sans" panose="02000000000000000000" pitchFamily="50" charset="0"/>
              </a:rPr>
              <a:t>ЦЕЛЕВАЯ ПЕРЕМЕННАЯ</a:t>
            </a:r>
          </a:p>
        </p:txBody>
      </p:sp>
      <p:pic>
        <p:nvPicPr>
          <p:cNvPr id="9" name="Рисунок 8" descr="Изображение выглядит как текст, снимок экрана, диаграмма, дизайн&#10;&#10;Контент, сгенерированный ИИ, может содержать ошибки.">
            <a:extLst>
              <a:ext uri="{FF2B5EF4-FFF2-40B4-BE49-F238E27FC236}">
                <a16:creationId xmlns:a16="http://schemas.microsoft.com/office/drawing/2014/main" id="{E9BFA71A-E7A7-820D-9FF5-570263B14512}"/>
              </a:ext>
            </a:extLst>
          </p:cNvPr>
          <p:cNvPicPr>
            <a:picLocks noChangeAspect="1"/>
          </p:cNvPicPr>
          <p:nvPr/>
        </p:nvPicPr>
        <p:blipFill>
          <a:blip r:embed="rId2"/>
          <a:stretch>
            <a:fillRect/>
          </a:stretch>
        </p:blipFill>
        <p:spPr>
          <a:xfrm>
            <a:off x="227699" y="1992697"/>
            <a:ext cx="6159219" cy="3622637"/>
          </a:xfrm>
          <a:prstGeom prst="rect">
            <a:avLst/>
          </a:prstGeom>
        </p:spPr>
      </p:pic>
      <p:pic>
        <p:nvPicPr>
          <p:cNvPr id="11" name="Рисунок 10" descr="Изображение выглядит как текст, снимок экрана, диаграмма, Прямоугольник&#10;&#10;Контент, сгенерированный ИИ, может содержать ошибки.">
            <a:extLst>
              <a:ext uri="{FF2B5EF4-FFF2-40B4-BE49-F238E27FC236}">
                <a16:creationId xmlns:a16="http://schemas.microsoft.com/office/drawing/2014/main" id="{B8D9D23B-5C43-CBDE-DA7F-184D6CF4D7D1}"/>
              </a:ext>
            </a:extLst>
          </p:cNvPr>
          <p:cNvPicPr>
            <a:picLocks noChangeAspect="1"/>
          </p:cNvPicPr>
          <p:nvPr/>
        </p:nvPicPr>
        <p:blipFill>
          <a:blip r:embed="rId3"/>
          <a:srcRect r="3697"/>
          <a:stretch/>
        </p:blipFill>
        <p:spPr>
          <a:xfrm>
            <a:off x="6032782" y="2019406"/>
            <a:ext cx="5931520" cy="3755172"/>
          </a:xfrm>
          <a:prstGeom prst="rect">
            <a:avLst/>
          </a:prstGeom>
        </p:spPr>
      </p:pic>
      <p:sp>
        <p:nvSpPr>
          <p:cNvPr id="12" name="cap-target">
            <a:extLst>
              <a:ext uri="{FF2B5EF4-FFF2-40B4-BE49-F238E27FC236}">
                <a16:creationId xmlns:a16="http://schemas.microsoft.com/office/drawing/2014/main" id="{E2F9BA80-90B6-55B7-B557-3BCCF1D8E89A}"/>
              </a:ext>
            </a:extLst>
          </p:cNvPr>
          <p:cNvSpPr txBox="1"/>
          <p:nvPr/>
        </p:nvSpPr>
        <p:spPr>
          <a:xfrm>
            <a:off x="526458" y="5801287"/>
            <a:ext cx="5506324" cy="586742"/>
          </a:xfrm>
          <a:prstGeom prst="rect">
            <a:avLst/>
          </a:prstGeom>
          <a:noFill/>
          <a:ln>
            <a:noFill/>
          </a:ln>
        </p:spPr>
        <p:txBody>
          <a:bodyPr wrap="square" lIns="0" tIns="0" rIns="0" bIns="0" rtlCol="0"/>
          <a:lstStyle/>
          <a:p>
            <a:pPr>
              <a:lnSpc>
                <a:spcPct val="140000"/>
              </a:lnSpc>
            </a:pPr>
            <a:r>
              <a:rPr lang="en-US" sz="1300" b="1" noProof="1">
                <a:latin typeface="HSE Sans" panose="02000000000000000000" pitchFamily="50" charset="0"/>
                <a:ea typeface="MiSans"/>
              </a:rPr>
              <a:t>«Я часто хочу бросить обучение в аспирантуре»:</a:t>
            </a:r>
            <a:r>
              <a:rPr lang="en-US" sz="1300" noProof="1">
                <a:latin typeface="HSE Sans" panose="02000000000000000000" pitchFamily="50" charset="0"/>
                <a:ea typeface="MiSans"/>
              </a:rPr>
              <a:t> скорее согласны 13,4% + полностью согласны 8,3% = </a:t>
            </a:r>
            <a:r>
              <a:rPr lang="en-US" sz="1300" b="1" noProof="1">
                <a:latin typeface="HSE Sans" panose="02000000000000000000" pitchFamily="50" charset="0"/>
                <a:ea typeface="MiSans"/>
              </a:rPr>
              <a:t>целевая 21,7% </a:t>
            </a:r>
            <a:r>
              <a:rPr lang="en-US" sz="1300" noProof="1">
                <a:latin typeface="HSE Sans" panose="02000000000000000000" pitchFamily="50" charset="0"/>
                <a:ea typeface="MiSans"/>
              </a:rPr>
              <a:t>(n = 4631)</a:t>
            </a:r>
            <a:r>
              <a:rPr lang="ru-RU" sz="1300" noProof="1">
                <a:latin typeface="HSE Sans" panose="02000000000000000000" pitchFamily="50" charset="0"/>
                <a:ea typeface="MiSans"/>
              </a:rPr>
              <a:t> (бинарная)</a:t>
            </a:r>
            <a:endParaRPr lang="en-US" sz="1300" noProof="1">
              <a:latin typeface="HSE Sans" panose="02000000000000000000" pitchFamily="50" charset="0"/>
            </a:endParaRPr>
          </a:p>
        </p:txBody>
      </p:sp>
      <p:sp>
        <p:nvSpPr>
          <p:cNvPr id="13" name="cap-validity">
            <a:extLst>
              <a:ext uri="{FF2B5EF4-FFF2-40B4-BE49-F238E27FC236}">
                <a16:creationId xmlns:a16="http://schemas.microsoft.com/office/drawing/2014/main" id="{B670C07D-11F8-3CA3-2A77-27D1E13CC66B}"/>
              </a:ext>
            </a:extLst>
          </p:cNvPr>
          <p:cNvSpPr txBox="1"/>
          <p:nvPr/>
        </p:nvSpPr>
        <p:spPr>
          <a:xfrm>
            <a:off x="6331544" y="5801287"/>
            <a:ext cx="5334000" cy="586742"/>
          </a:xfrm>
          <a:prstGeom prst="rect">
            <a:avLst/>
          </a:prstGeom>
          <a:noFill/>
          <a:ln>
            <a:noFill/>
          </a:ln>
        </p:spPr>
        <p:txBody>
          <a:bodyPr wrap="square" lIns="0" tIns="0" rIns="0" bIns="0" rtlCol="0"/>
          <a:lstStyle/>
          <a:p>
            <a:pPr>
              <a:lnSpc>
                <a:spcPct val="140000"/>
              </a:lnSpc>
            </a:pPr>
            <a:r>
              <a:rPr lang="en-US" sz="1300" b="1" noProof="1">
                <a:latin typeface="HSE Sans" panose="02000000000000000000" pitchFamily="50" charset="0"/>
                <a:ea typeface="MiSans"/>
              </a:rPr>
              <a:t>Валидность: </a:t>
            </a:r>
            <a:r>
              <a:rPr lang="en-US" sz="1300" noProof="1">
                <a:latin typeface="HSE Sans" panose="02000000000000000000" pitchFamily="50" charset="0"/>
                <a:ea typeface="MiSans"/>
              </a:rPr>
              <a:t>доля целевой растёт от 12,6% при высокой самооценке шансов защиты до 63–64% при низкой; порядковая корреляция ρ = 0,36</a:t>
            </a:r>
            <a:endParaRPr lang="en-US" sz="1300" noProof="1">
              <a:latin typeface="HSE Sans" panose="02000000000000000000" pitchFamily="50" charset="0"/>
            </a:endParaRPr>
          </a:p>
        </p:txBody>
      </p:sp>
    </p:spTree>
    <p:extLst>
      <p:ext uri="{BB962C8B-B14F-4D97-AF65-F5344CB8AC3E}">
        <p14:creationId xmlns:p14="http://schemas.microsoft.com/office/powerpoint/2010/main" val="3393670696"/>
      </p:ext>
    </p:extLst>
  </p:cSld>
  <p:clrMapOvr>
    <a:masterClrMapping/>
  </p:clrMapOvr>
  <mc:AlternateContent xmlns:mc="http://schemas.openxmlformats.org/markup-compatibility/2006">
    <mc:Choice xmlns:p14="http://schemas.microsoft.com/office/powerpoint/2010/main" Requires="p14">
      <p:transition p14:dur="0" advClick="0" advTm="26000"/>
    </mc:Choice>
    <mc:Fallback>
      <p:transition advClick="0" advTm="26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Заголовок 2">
            <a:extLst>
              <a:ext uri="{FF2B5EF4-FFF2-40B4-BE49-F238E27FC236}">
                <a16:creationId xmlns:a16="http://schemas.microsoft.com/office/drawing/2014/main" id="{8219D05C-99A7-9C48-B903-118CF3BA60CA}"/>
              </a:ext>
            </a:extLst>
          </p:cNvPr>
          <p:cNvSpPr>
            <a:spLocks noGrp="1"/>
          </p:cNvSpPr>
          <p:nvPr>
            <p:ph type="title"/>
          </p:nvPr>
        </p:nvSpPr>
        <p:spPr>
          <a:xfrm>
            <a:off x="585897" y="1369966"/>
            <a:ext cx="11020205" cy="458831"/>
          </a:xfrm>
        </p:spPr>
        <p:txBody>
          <a:bodyPr>
            <a:noAutofit/>
          </a:bodyPr>
          <a:lstStyle/>
          <a:p>
            <a:r>
              <a:rPr lang="ru-RU" sz="2600" dirty="0"/>
              <a:t>Блочная логит-регрессия, декомпозиция Tjur R² (инвариантная к порядку)</a:t>
            </a:r>
          </a:p>
        </p:txBody>
      </p:sp>
      <p:sp>
        <p:nvSpPr>
          <p:cNvPr id="5" name="Текст 4">
            <a:extLst>
              <a:ext uri="{FF2B5EF4-FFF2-40B4-BE49-F238E27FC236}">
                <a16:creationId xmlns:a16="http://schemas.microsoft.com/office/drawing/2014/main" id="{C612FDF3-830C-8745-A254-C8DF29B6C387}"/>
              </a:ext>
            </a:extLst>
          </p:cNvPr>
          <p:cNvSpPr>
            <a:spLocks noGrp="1"/>
          </p:cNvSpPr>
          <p:nvPr>
            <p:ph type="body" sz="quarter" idx="13"/>
          </p:nvPr>
        </p:nvSpPr>
        <p:spPr>
          <a:xfrm>
            <a:off x="1143690" y="641332"/>
            <a:ext cx="1380436" cy="222884"/>
          </a:xfrm>
        </p:spPr>
        <p:txBody>
          <a:bodyPr/>
          <a:lstStyle/>
          <a:p>
            <a:r>
              <a:rPr lang="ru-RU" sz="1000" dirty="0">
                <a:latin typeface="HSE Sans" panose="02000000000000000000" pitchFamily="50" charset="0"/>
              </a:rPr>
              <a:t>ХАКАТОН </a:t>
            </a:r>
            <a:r>
              <a:rPr lang="ru-RU" dirty="0">
                <a:latin typeface="HSE Sans" panose="02000000000000000000" pitchFamily="50" charset="0"/>
              </a:rPr>
              <a:t>ИВО </a:t>
            </a:r>
            <a:r>
              <a:rPr lang="ru-RU" sz="1000" dirty="0">
                <a:latin typeface="HSE Sans" panose="02000000000000000000" pitchFamily="50" charset="0"/>
              </a:rPr>
              <a:t>· 2026</a:t>
            </a:r>
            <a:endParaRPr lang="ru-RU" dirty="0"/>
          </a:p>
        </p:txBody>
      </p:sp>
      <p:sp>
        <p:nvSpPr>
          <p:cNvPr id="8" name="Текст 4">
            <a:extLst>
              <a:ext uri="{FF2B5EF4-FFF2-40B4-BE49-F238E27FC236}">
                <a16:creationId xmlns:a16="http://schemas.microsoft.com/office/drawing/2014/main" id="{A247BE6E-9298-A80D-DCEF-491B5C6F2191}"/>
              </a:ext>
            </a:extLst>
          </p:cNvPr>
          <p:cNvSpPr txBox="1">
            <a:spLocks/>
          </p:cNvSpPr>
          <p:nvPr/>
        </p:nvSpPr>
        <p:spPr>
          <a:xfrm>
            <a:off x="2901153" y="637396"/>
            <a:ext cx="1380436" cy="222884"/>
          </a:xfrm>
          <a:prstGeom prst="rect">
            <a:avLst/>
          </a:prstGeom>
        </p:spPr>
        <p:txBody>
          <a:bodyPr lIns="0" tIns="0" rIns="0" bIns="0">
            <a:noAutofit/>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sz="1000" b="0" i="0" kern="1200">
                <a:solidFill>
                  <a:schemeClr val="tx1"/>
                </a:solidFill>
                <a:latin typeface="HSE Sans" panose="02000000000000000000" pitchFamily="2" charset="0"/>
                <a:ea typeface="+mn-ea"/>
                <a:cs typeface="+mn-cs"/>
              </a:defRPr>
            </a:lvl1pPr>
            <a:lvl2pPr marL="4572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2pPr>
            <a:lvl3pPr marL="9144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3pPr>
            <a:lvl4pPr marL="13716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4pPr>
            <a:lvl5pPr marL="18288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ru-RU" dirty="0">
                <a:latin typeface="HSE Sans" panose="02000000000000000000" pitchFamily="50" charset="0"/>
              </a:rPr>
              <a:t>ДИЗАЙН И МЕТОД</a:t>
            </a:r>
          </a:p>
        </p:txBody>
      </p:sp>
      <p:sp>
        <p:nvSpPr>
          <p:cNvPr id="7" name="Текст 3">
            <a:extLst>
              <a:ext uri="{FF2B5EF4-FFF2-40B4-BE49-F238E27FC236}">
                <a16:creationId xmlns:a16="http://schemas.microsoft.com/office/drawing/2014/main" id="{02E6EA74-F7E3-CDFD-BC29-652CE2A03078}"/>
              </a:ext>
            </a:extLst>
          </p:cNvPr>
          <p:cNvSpPr>
            <a:spLocks noGrp="1"/>
          </p:cNvSpPr>
          <p:nvPr>
            <p:ph type="body" sz="quarter" idx="12"/>
          </p:nvPr>
        </p:nvSpPr>
        <p:spPr>
          <a:xfrm>
            <a:off x="585898" y="2163684"/>
            <a:ext cx="4598946" cy="4285751"/>
          </a:xfrm>
        </p:spPr>
        <p:txBody>
          <a:bodyPr>
            <a:noAutofit/>
          </a:bodyPr>
          <a:lstStyle/>
          <a:p>
            <a:pPr>
              <a:lnSpc>
                <a:spcPct val="120000"/>
              </a:lnSpc>
              <a:spcBef>
                <a:spcPts val="0"/>
              </a:spcBef>
              <a:spcAft>
                <a:spcPts val="600"/>
              </a:spcAft>
            </a:pPr>
            <a:r>
              <a:rPr lang="ru-RU" b="1" dirty="0"/>
              <a:t>G1</a:t>
            </a:r>
            <a:r>
              <a:rPr lang="ru-RU" dirty="0"/>
              <a:t> — образовательная среда и научное руководство (блоки </a:t>
            </a:r>
            <a:r>
              <a:rPr lang="ru-RU" b="1" dirty="0"/>
              <a:t>E</a:t>
            </a:r>
            <a:r>
              <a:rPr lang="ru-RU" dirty="0"/>
              <a:t> и </a:t>
            </a:r>
            <a:r>
              <a:rPr lang="ru-RU" b="1" dirty="0"/>
              <a:t>S</a:t>
            </a:r>
            <a:r>
              <a:rPr lang="ru-RU" dirty="0"/>
              <a:t>).</a:t>
            </a:r>
          </a:p>
          <a:p>
            <a:pPr>
              <a:lnSpc>
                <a:spcPct val="120000"/>
              </a:lnSpc>
              <a:spcBef>
                <a:spcPts val="0"/>
              </a:spcBef>
              <a:spcAft>
                <a:spcPts val="600"/>
              </a:spcAft>
            </a:pPr>
            <a:r>
              <a:rPr lang="ru-RU" b="1" dirty="0"/>
              <a:t>G2</a:t>
            </a:r>
            <a:r>
              <a:rPr lang="ru-RU" dirty="0"/>
              <a:t> — жизненные обстоятельства (блок </a:t>
            </a:r>
            <a:r>
              <a:rPr lang="ru-RU" b="1" dirty="0"/>
              <a:t>L</a:t>
            </a:r>
            <a:r>
              <a:rPr lang="ru-RU" dirty="0"/>
              <a:t>).</a:t>
            </a:r>
          </a:p>
          <a:p>
            <a:pPr>
              <a:lnSpc>
                <a:spcPct val="120000"/>
              </a:lnSpc>
              <a:spcBef>
                <a:spcPts val="0"/>
              </a:spcBef>
              <a:spcAft>
                <a:spcPts val="600"/>
              </a:spcAft>
            </a:pPr>
            <a:r>
              <a:rPr lang="ru-RU" b="1" dirty="0"/>
              <a:t>Контроли</a:t>
            </a:r>
            <a:r>
              <a:rPr lang="ru-RU" dirty="0"/>
              <a:t> — демография и мотивация (</a:t>
            </a:r>
            <a:r>
              <a:rPr lang="ru-RU" b="1" dirty="0"/>
              <a:t>D + M</a:t>
            </a:r>
            <a:r>
              <a:rPr lang="ru-RU" dirty="0"/>
              <a:t>).</a:t>
            </a:r>
          </a:p>
          <a:p>
            <a:pPr>
              <a:lnSpc>
                <a:spcPct val="120000"/>
              </a:lnSpc>
              <a:spcBef>
                <a:spcPts val="0"/>
              </a:spcBef>
              <a:spcAft>
                <a:spcPts val="2400"/>
              </a:spcAft>
            </a:pPr>
            <a:r>
              <a:rPr lang="ru-RU" b="1" dirty="0"/>
              <a:t>Индексы среды и руководства </a:t>
            </a:r>
            <a:r>
              <a:rPr lang="ru-RU" dirty="0"/>
              <a:t>— суммы и средние пунктов анкеты; надёжность шкал (α Кронбаха) 0,87–0,97.</a:t>
            </a:r>
          </a:p>
          <a:p>
            <a:pPr>
              <a:lnSpc>
                <a:spcPct val="120000"/>
              </a:lnSpc>
              <a:spcBef>
                <a:spcPts val="0"/>
              </a:spcBef>
              <a:spcAft>
                <a:spcPts val="1200"/>
              </a:spcAft>
            </a:pPr>
            <a:r>
              <a:rPr lang="ru-RU" b="1" dirty="0"/>
              <a:t>Иерархическая блочная логистическая регрессия; </a:t>
            </a:r>
            <a:endParaRPr lang="en-US" b="1" dirty="0"/>
          </a:p>
          <a:p>
            <a:pPr>
              <a:lnSpc>
                <a:spcPct val="120000"/>
              </a:lnSpc>
              <a:spcBef>
                <a:spcPts val="0"/>
              </a:spcBef>
              <a:spcAft>
                <a:spcPts val="1200"/>
              </a:spcAft>
            </a:pPr>
            <a:r>
              <a:rPr lang="en-US" b="1" dirty="0"/>
              <a:t>C</a:t>
            </a:r>
            <a:r>
              <a:rPr lang="ru-RU" b="1" dirty="0"/>
              <a:t>ommonality-декомпозиция </a:t>
            </a:r>
            <a:r>
              <a:rPr lang="ru-RU" dirty="0"/>
              <a:t>Tjur R² по всем 15 подмоделям (все непустые комбинации 4 блоков) даёт уникальные и общие доли блоков, инвариантные к порядку ввода. </a:t>
            </a:r>
            <a:endParaRPr lang="en-US" dirty="0"/>
          </a:p>
          <a:p>
            <a:pPr>
              <a:lnSpc>
                <a:spcPct val="120000"/>
              </a:lnSpc>
              <a:spcBef>
                <a:spcPts val="0"/>
              </a:spcBef>
              <a:spcAft>
                <a:spcPts val="1200"/>
              </a:spcAft>
            </a:pPr>
            <a:r>
              <a:rPr lang="ru-RU" b="1" dirty="0"/>
              <a:t>LMG-рейтинг</a:t>
            </a:r>
            <a:r>
              <a:rPr lang="ru-RU" dirty="0"/>
              <a:t> — независимая перекрёстная проверка.</a:t>
            </a:r>
            <a:endParaRPr lang="en-US" dirty="0"/>
          </a:p>
          <a:p>
            <a:pPr>
              <a:lnSpc>
                <a:spcPct val="120000"/>
              </a:lnSpc>
            </a:pPr>
            <a:r>
              <a:rPr lang="ru-RU" b="1" dirty="0"/>
              <a:t>15 подмоделей × 20 импутаций; n = 4569</a:t>
            </a:r>
          </a:p>
          <a:p>
            <a:pPr>
              <a:lnSpc>
                <a:spcPct val="120000"/>
              </a:lnSpc>
              <a:spcBef>
                <a:spcPts val="0"/>
              </a:spcBef>
            </a:pPr>
            <a:r>
              <a:rPr lang="ru-RU" b="1" dirty="0"/>
              <a:t>EPV = 15,7 </a:t>
            </a:r>
            <a:r>
              <a:rPr lang="ru-RU" dirty="0"/>
              <a:t>(972 события / 62 параметра)</a:t>
            </a:r>
          </a:p>
          <a:p>
            <a:pPr>
              <a:lnSpc>
                <a:spcPct val="120000"/>
              </a:lnSpc>
              <a:spcAft>
                <a:spcPts val="1200"/>
              </a:spcAft>
            </a:pPr>
            <a:endParaRPr lang="ru-RU" dirty="0"/>
          </a:p>
          <a:p>
            <a:pPr>
              <a:lnSpc>
                <a:spcPct val="120000"/>
              </a:lnSpc>
              <a:spcBef>
                <a:spcPts val="0"/>
              </a:spcBef>
              <a:spcAft>
                <a:spcPts val="1200"/>
              </a:spcAft>
            </a:pPr>
            <a:endParaRPr lang="en-US" b="1" dirty="0"/>
          </a:p>
          <a:p>
            <a:pPr>
              <a:lnSpc>
                <a:spcPct val="120000"/>
              </a:lnSpc>
            </a:pPr>
            <a:endParaRPr lang="en-US" dirty="0"/>
          </a:p>
        </p:txBody>
      </p:sp>
      <p:pic>
        <p:nvPicPr>
          <p:cNvPr id="10" name="Рисунок 9" descr="Изображение выглядит как текст, снимок экрана, диаграмма, число&#10;&#10;Контент, сгенерированный ИИ, может содержать ошибки.">
            <a:extLst>
              <a:ext uri="{FF2B5EF4-FFF2-40B4-BE49-F238E27FC236}">
                <a16:creationId xmlns:a16="http://schemas.microsoft.com/office/drawing/2014/main" id="{E3524FB9-A1BC-E2F7-9169-2ADA3AC7FE18}"/>
              </a:ext>
            </a:extLst>
          </p:cNvPr>
          <p:cNvPicPr>
            <a:picLocks noChangeAspect="1"/>
          </p:cNvPicPr>
          <p:nvPr/>
        </p:nvPicPr>
        <p:blipFill>
          <a:blip r:embed="rId2"/>
          <a:stretch>
            <a:fillRect/>
          </a:stretch>
        </p:blipFill>
        <p:spPr>
          <a:xfrm>
            <a:off x="5184844" y="2098410"/>
            <a:ext cx="6764356" cy="3521396"/>
          </a:xfrm>
          <a:prstGeom prst="rect">
            <a:avLst/>
          </a:prstGeom>
        </p:spPr>
      </p:pic>
      <p:sp>
        <p:nvSpPr>
          <p:cNvPr id="12" name="TextBox 11">
            <a:extLst>
              <a:ext uri="{FF2B5EF4-FFF2-40B4-BE49-F238E27FC236}">
                <a16:creationId xmlns:a16="http://schemas.microsoft.com/office/drawing/2014/main" id="{E5F2B778-B378-5D7F-B1EB-26283EB1B05F}"/>
              </a:ext>
            </a:extLst>
          </p:cNvPr>
          <p:cNvSpPr txBox="1"/>
          <p:nvPr/>
        </p:nvSpPr>
        <p:spPr>
          <a:xfrm>
            <a:off x="5646907" y="5619806"/>
            <a:ext cx="6094378" cy="669927"/>
          </a:xfrm>
          <a:prstGeom prst="rect">
            <a:avLst/>
          </a:prstGeom>
          <a:noFill/>
        </p:spPr>
        <p:txBody>
          <a:bodyPr wrap="square">
            <a:spAutoFit/>
          </a:bodyPr>
          <a:lstStyle/>
          <a:p>
            <a:pPr>
              <a:lnSpc>
                <a:spcPct val="140000"/>
              </a:lnSpc>
            </a:pPr>
            <a:r>
              <a:rPr lang="en-US" sz="1400" b="1" noProof="1">
                <a:latin typeface="HSE Sans" panose="02000000000000000000" pitchFamily="50" charset="0"/>
                <a:ea typeface="MiSans"/>
              </a:rPr>
              <a:t>Прирост Tjur R² по блокам:</a:t>
            </a:r>
            <a:r>
              <a:rPr lang="en-US" sz="1400" noProof="1">
                <a:latin typeface="HSE Sans" panose="02000000000000000000" pitchFamily="50" charset="0"/>
                <a:ea typeface="MiSans"/>
              </a:rPr>
              <a:t> среда (+0,153) даёт наибольший прирост, даже когда вводится после обстоятельств</a:t>
            </a:r>
            <a:endParaRPr lang="en-US" sz="1400" noProof="1">
              <a:latin typeface="HSE Sans" panose="02000000000000000000" pitchFamily="50" charset="0"/>
            </a:endParaRPr>
          </a:p>
        </p:txBody>
      </p:sp>
    </p:spTree>
    <p:extLst>
      <p:ext uri="{BB962C8B-B14F-4D97-AF65-F5344CB8AC3E}">
        <p14:creationId xmlns:p14="http://schemas.microsoft.com/office/powerpoint/2010/main" val="2204332895"/>
      </p:ext>
    </p:extLst>
  </p:cSld>
  <p:clrMapOvr>
    <a:masterClrMapping/>
  </p:clrMapOvr>
  <mc:AlternateContent xmlns:mc="http://schemas.openxmlformats.org/markup-compatibility/2006">
    <mc:Choice xmlns:p14="http://schemas.microsoft.com/office/powerpoint/2010/main" Requires="p14">
      <p:transition p14:dur="0" advClick="0" advTm="26000"/>
    </mc:Choice>
    <mc:Fallback>
      <p:transition advClick="0" advTm="26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Заголовок 2">
            <a:extLst>
              <a:ext uri="{FF2B5EF4-FFF2-40B4-BE49-F238E27FC236}">
                <a16:creationId xmlns:a16="http://schemas.microsoft.com/office/drawing/2014/main" id="{8219D05C-99A7-9C48-B903-118CF3BA60CA}"/>
              </a:ext>
            </a:extLst>
          </p:cNvPr>
          <p:cNvSpPr>
            <a:spLocks noGrp="1"/>
          </p:cNvSpPr>
          <p:nvPr>
            <p:ph type="title"/>
          </p:nvPr>
        </p:nvSpPr>
        <p:spPr>
          <a:xfrm>
            <a:off x="585897" y="1369967"/>
            <a:ext cx="11155387" cy="580870"/>
          </a:xfrm>
        </p:spPr>
        <p:txBody>
          <a:bodyPr>
            <a:normAutofit/>
          </a:bodyPr>
          <a:lstStyle/>
          <a:p>
            <a:r>
              <a:rPr lang="ru-RU" sz="2600" dirty="0"/>
              <a:t>Подгруппы риска: максимум — при проблемах среды и руководства </a:t>
            </a:r>
          </a:p>
        </p:txBody>
      </p:sp>
      <p:sp>
        <p:nvSpPr>
          <p:cNvPr id="5" name="Текст 4">
            <a:extLst>
              <a:ext uri="{FF2B5EF4-FFF2-40B4-BE49-F238E27FC236}">
                <a16:creationId xmlns:a16="http://schemas.microsoft.com/office/drawing/2014/main" id="{C612FDF3-830C-8745-A254-C8DF29B6C387}"/>
              </a:ext>
            </a:extLst>
          </p:cNvPr>
          <p:cNvSpPr>
            <a:spLocks noGrp="1"/>
          </p:cNvSpPr>
          <p:nvPr>
            <p:ph type="body" sz="quarter" idx="13"/>
          </p:nvPr>
        </p:nvSpPr>
        <p:spPr>
          <a:xfrm>
            <a:off x="1143690" y="641332"/>
            <a:ext cx="1380436" cy="222884"/>
          </a:xfrm>
        </p:spPr>
        <p:txBody>
          <a:bodyPr/>
          <a:lstStyle/>
          <a:p>
            <a:r>
              <a:rPr lang="ru-RU" sz="1000" dirty="0">
                <a:latin typeface="HSE Sans" panose="02000000000000000000" pitchFamily="50" charset="0"/>
              </a:rPr>
              <a:t>ХАКАТОН </a:t>
            </a:r>
            <a:r>
              <a:rPr lang="ru-RU" dirty="0">
                <a:latin typeface="HSE Sans" panose="02000000000000000000" pitchFamily="50" charset="0"/>
              </a:rPr>
              <a:t>ИВО </a:t>
            </a:r>
            <a:r>
              <a:rPr lang="ru-RU" sz="1000" dirty="0">
                <a:latin typeface="HSE Sans" panose="02000000000000000000" pitchFamily="50" charset="0"/>
              </a:rPr>
              <a:t>· 2026</a:t>
            </a:r>
            <a:endParaRPr lang="ru-RU" dirty="0"/>
          </a:p>
        </p:txBody>
      </p:sp>
      <p:sp>
        <p:nvSpPr>
          <p:cNvPr id="8" name="Текст 4">
            <a:extLst>
              <a:ext uri="{FF2B5EF4-FFF2-40B4-BE49-F238E27FC236}">
                <a16:creationId xmlns:a16="http://schemas.microsoft.com/office/drawing/2014/main" id="{A247BE6E-9298-A80D-DCEF-491B5C6F2191}"/>
              </a:ext>
            </a:extLst>
          </p:cNvPr>
          <p:cNvSpPr txBox="1">
            <a:spLocks/>
          </p:cNvSpPr>
          <p:nvPr/>
        </p:nvSpPr>
        <p:spPr>
          <a:xfrm>
            <a:off x="2901153" y="637396"/>
            <a:ext cx="1380436" cy="222884"/>
          </a:xfrm>
          <a:prstGeom prst="rect">
            <a:avLst/>
          </a:prstGeom>
        </p:spPr>
        <p:txBody>
          <a:bodyPr lIns="0" tIns="0" rIns="0" bIns="0">
            <a:noAutofit/>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sz="1000" b="0" i="0" kern="1200">
                <a:solidFill>
                  <a:schemeClr val="tx1"/>
                </a:solidFill>
                <a:latin typeface="HSE Sans" panose="02000000000000000000" pitchFamily="2" charset="0"/>
                <a:ea typeface="+mn-ea"/>
                <a:cs typeface="+mn-cs"/>
              </a:defRPr>
            </a:lvl1pPr>
            <a:lvl2pPr marL="4572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2pPr>
            <a:lvl3pPr marL="9144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3pPr>
            <a:lvl4pPr marL="13716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4pPr>
            <a:lvl5pPr marL="18288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ru-RU" dirty="0">
                <a:latin typeface="HSE Sans" panose="02000000000000000000" pitchFamily="50" charset="0"/>
              </a:rPr>
              <a:t>ПОРТРЕТ РИСКА</a:t>
            </a:r>
          </a:p>
        </p:txBody>
      </p:sp>
      <p:pic>
        <p:nvPicPr>
          <p:cNvPr id="11" name="Рисунок 10" descr="Изображение выглядит как текст, снимок экрана, Шрифт, число&#10;&#10;Контент, сгенерированный ИИ, может содержать ошибки.">
            <a:extLst>
              <a:ext uri="{FF2B5EF4-FFF2-40B4-BE49-F238E27FC236}">
                <a16:creationId xmlns:a16="http://schemas.microsoft.com/office/drawing/2014/main" id="{DC26461C-9844-21F4-14C4-B47FF618E268}"/>
              </a:ext>
            </a:extLst>
          </p:cNvPr>
          <p:cNvPicPr>
            <a:picLocks noChangeAspect="1"/>
          </p:cNvPicPr>
          <p:nvPr/>
        </p:nvPicPr>
        <p:blipFill>
          <a:blip r:embed="rId2"/>
          <a:stretch>
            <a:fillRect/>
          </a:stretch>
        </p:blipFill>
        <p:spPr>
          <a:xfrm>
            <a:off x="150152" y="1915860"/>
            <a:ext cx="9226314" cy="4096520"/>
          </a:xfrm>
          <a:prstGeom prst="rect">
            <a:avLst/>
          </a:prstGeom>
        </p:spPr>
      </p:pic>
      <p:sp>
        <p:nvSpPr>
          <p:cNvPr id="14" name="takeaway">
            <a:extLst>
              <a:ext uri="{FF2B5EF4-FFF2-40B4-BE49-F238E27FC236}">
                <a16:creationId xmlns:a16="http://schemas.microsoft.com/office/drawing/2014/main" id="{44B31267-2025-89C2-5ACC-502316F60EF2}"/>
              </a:ext>
            </a:extLst>
          </p:cNvPr>
          <p:cNvSpPr txBox="1"/>
          <p:nvPr/>
        </p:nvSpPr>
        <p:spPr>
          <a:xfrm>
            <a:off x="585896" y="5988068"/>
            <a:ext cx="10805193" cy="457200"/>
          </a:xfrm>
          <a:prstGeom prst="rect">
            <a:avLst/>
          </a:prstGeom>
          <a:noFill/>
          <a:ln>
            <a:noFill/>
          </a:ln>
        </p:spPr>
        <p:txBody>
          <a:bodyPr wrap="square" lIns="0" tIns="0" rIns="0" bIns="0" rtlCol="0"/>
          <a:lstStyle/>
          <a:p>
            <a:pPr>
              <a:lnSpc>
                <a:spcPct val="130000"/>
              </a:lnSpc>
            </a:pPr>
            <a:r>
              <a:rPr lang="en-US" sz="1300" b="1" noProof="1">
                <a:latin typeface="HSE Sans" panose="02000000000000000000" pitchFamily="50" charset="0"/>
                <a:ea typeface="MiSans"/>
              </a:rPr>
              <a:t>Первые четыре строки — качество программы и руководитель</a:t>
            </a:r>
            <a:r>
              <a:rPr lang="ru-RU" sz="1300" b="1" noProof="1">
                <a:latin typeface="HSE Sans" panose="02000000000000000000" pitchFamily="50" charset="0"/>
                <a:ea typeface="MiSans"/>
              </a:rPr>
              <a:t> </a:t>
            </a:r>
            <a:r>
              <a:rPr lang="ru-RU" sz="1300" noProof="1">
                <a:latin typeface="HSE Sans" panose="02000000000000000000" pitchFamily="50" charset="0"/>
                <a:ea typeface="MiSans"/>
              </a:rPr>
              <a:t>(блоки </a:t>
            </a:r>
            <a:r>
              <a:rPr lang="en-US" sz="1300" noProof="1">
                <a:latin typeface="HSE Sans" panose="02000000000000000000" pitchFamily="50" charset="0"/>
                <a:ea typeface="MiSans"/>
              </a:rPr>
              <a:t>E </a:t>
            </a:r>
            <a:r>
              <a:rPr lang="ru-RU" sz="1300" noProof="1">
                <a:latin typeface="HSE Sans" panose="02000000000000000000" pitchFamily="50" charset="0"/>
                <a:ea typeface="MiSans"/>
              </a:rPr>
              <a:t>и </a:t>
            </a:r>
            <a:r>
              <a:rPr lang="en-US" sz="1300" noProof="1">
                <a:latin typeface="HSE Sans" panose="02000000000000000000" pitchFamily="50" charset="0"/>
                <a:ea typeface="MiSans"/>
              </a:rPr>
              <a:t>S</a:t>
            </a:r>
            <a:r>
              <a:rPr lang="ru-RU" sz="1300" noProof="1">
                <a:latin typeface="HSE Sans" panose="02000000000000000000" pitchFamily="50" charset="0"/>
                <a:ea typeface="MiSans"/>
              </a:rPr>
              <a:t>)</a:t>
            </a:r>
            <a:r>
              <a:rPr lang="en-US" sz="1300" noProof="1">
                <a:latin typeface="HSE Sans" panose="02000000000000000000" pitchFamily="50" charset="0"/>
                <a:ea typeface="MiSans"/>
              </a:rPr>
              <a:t>. Депрессивная симптоматика (43,0%) — значимый, но не главный маркер</a:t>
            </a:r>
            <a:r>
              <a:rPr lang="ru-RU" sz="1300" noProof="1">
                <a:latin typeface="HSE Sans" panose="02000000000000000000" pitchFamily="50" charset="0"/>
                <a:ea typeface="MiSans"/>
              </a:rPr>
              <a:t> (в модели забирает 23% уникальной доли среды)</a:t>
            </a:r>
            <a:r>
              <a:rPr lang="en-US" sz="1300" noProof="1">
                <a:latin typeface="HSE Sans" panose="02000000000000000000" pitchFamily="50" charset="0"/>
                <a:ea typeface="MiSans"/>
              </a:rPr>
              <a:t>. Работа вне вуза </a:t>
            </a:r>
            <a:r>
              <a:rPr lang="ru-RU" sz="1300" noProof="1">
                <a:latin typeface="HSE Sans" panose="02000000000000000000" pitchFamily="50" charset="0"/>
                <a:ea typeface="MiSans"/>
              </a:rPr>
              <a:t>(из блока </a:t>
            </a:r>
            <a:r>
              <a:rPr lang="en-US" sz="1300" noProof="1">
                <a:latin typeface="HSE Sans" panose="02000000000000000000" pitchFamily="50" charset="0"/>
                <a:ea typeface="MiSans"/>
              </a:rPr>
              <a:t>L</a:t>
            </a:r>
            <a:r>
              <a:rPr lang="ru-RU" sz="1300" noProof="1">
                <a:latin typeface="HSE Sans" panose="02000000000000000000" pitchFamily="50" charset="0"/>
                <a:ea typeface="MiSans"/>
              </a:rPr>
              <a:t>) </a:t>
            </a:r>
            <a:r>
              <a:rPr lang="en-US" sz="1300" noProof="1">
                <a:latin typeface="HSE Sans" panose="02000000000000000000" pitchFamily="50" charset="0"/>
                <a:ea typeface="MiSans"/>
              </a:rPr>
              <a:t>сама</a:t>
            </a:r>
            <a:r>
              <a:rPr lang="ru-RU" sz="1300" noProof="1">
                <a:latin typeface="HSE Sans" panose="02000000000000000000" pitchFamily="50" charset="0"/>
                <a:ea typeface="MiSans"/>
              </a:rPr>
              <a:t> </a:t>
            </a:r>
            <a:r>
              <a:rPr lang="en-US" sz="1300" noProof="1">
                <a:latin typeface="HSE Sans" panose="02000000000000000000" pitchFamily="50" charset="0"/>
                <a:ea typeface="MiSans"/>
              </a:rPr>
              <a:t>по себе риска не добавляет: 22,1% ≈</a:t>
            </a:r>
            <a:r>
              <a:rPr lang="ru-RU" sz="1300" noProof="1">
                <a:latin typeface="HSE Sans" panose="02000000000000000000" pitchFamily="50" charset="0"/>
                <a:ea typeface="MiSans"/>
              </a:rPr>
              <a:t> </a:t>
            </a:r>
            <a:r>
              <a:rPr lang="en-US" sz="1300" noProof="1">
                <a:latin typeface="HSE Sans" panose="02000000000000000000" pitchFamily="50" charset="0"/>
                <a:ea typeface="MiSans"/>
              </a:rPr>
              <a:t>ср</a:t>
            </a:r>
            <a:r>
              <a:rPr lang="ru-RU" sz="1300" noProof="1">
                <a:latin typeface="HSE Sans" panose="02000000000000000000" pitchFamily="50" charset="0"/>
                <a:ea typeface="MiSans"/>
              </a:rPr>
              <a:t>.</a:t>
            </a:r>
            <a:r>
              <a:rPr lang="en-US" sz="1300" noProof="1">
                <a:latin typeface="HSE Sans" panose="02000000000000000000" pitchFamily="50" charset="0"/>
                <a:ea typeface="MiSans"/>
              </a:rPr>
              <a:t> по выборке.</a:t>
            </a:r>
            <a:endParaRPr lang="en-US" sz="1300" noProof="1">
              <a:latin typeface="HSE Sans" panose="02000000000000000000" pitchFamily="50" charset="0"/>
            </a:endParaRPr>
          </a:p>
        </p:txBody>
      </p:sp>
      <p:sp>
        <p:nvSpPr>
          <p:cNvPr id="16" name="TextBox 15">
            <a:extLst>
              <a:ext uri="{FF2B5EF4-FFF2-40B4-BE49-F238E27FC236}">
                <a16:creationId xmlns:a16="http://schemas.microsoft.com/office/drawing/2014/main" id="{F7ABCB5A-07E8-2891-D4EB-4C63617CEB55}"/>
              </a:ext>
            </a:extLst>
          </p:cNvPr>
          <p:cNvSpPr txBox="1"/>
          <p:nvPr/>
        </p:nvSpPr>
        <p:spPr>
          <a:xfrm>
            <a:off x="8580011" y="4232148"/>
            <a:ext cx="2811079" cy="1038746"/>
          </a:xfrm>
          <a:prstGeom prst="rect">
            <a:avLst/>
          </a:prstGeom>
          <a:noFill/>
        </p:spPr>
        <p:txBody>
          <a:bodyPr wrap="square">
            <a:spAutoFit/>
          </a:bodyPr>
          <a:lstStyle/>
          <a:p>
            <a:pPr>
              <a:lnSpc>
                <a:spcPct val="120000"/>
              </a:lnSpc>
            </a:pPr>
            <a:r>
              <a:rPr lang="en-US" sz="1300" b="1" noProof="1">
                <a:latin typeface="HSE Sans" panose="02000000000000000000" pitchFamily="50" charset="0"/>
                <a:ea typeface="MiSans"/>
              </a:rPr>
              <a:t>Доля «часто хочу бросить» внутри подгруппы</a:t>
            </a:r>
            <a:r>
              <a:rPr lang="en-US" sz="1300" noProof="1">
                <a:latin typeface="HSE Sans" panose="02000000000000000000" pitchFamily="50" charset="0"/>
                <a:ea typeface="MiSans"/>
              </a:rPr>
              <a:t>, </a:t>
            </a:r>
            <a:r>
              <a:rPr lang="en-US" sz="1300" b="1" noProof="1">
                <a:latin typeface="HSE Sans" panose="02000000000000000000" pitchFamily="50" charset="0"/>
                <a:ea typeface="MiSans"/>
              </a:rPr>
              <a:t>95% ДИ; </a:t>
            </a:r>
          </a:p>
          <a:p>
            <a:pPr>
              <a:lnSpc>
                <a:spcPct val="120000"/>
              </a:lnSpc>
            </a:pPr>
            <a:endParaRPr lang="en-US" sz="1300" noProof="1">
              <a:latin typeface="HSE Sans" panose="02000000000000000000" pitchFamily="50" charset="0"/>
              <a:ea typeface="MiSans"/>
            </a:endParaRPr>
          </a:p>
          <a:p>
            <a:pPr>
              <a:lnSpc>
                <a:spcPct val="120000"/>
              </a:lnSpc>
            </a:pPr>
            <a:r>
              <a:rPr lang="ru-RU" sz="1300" noProof="1">
                <a:latin typeface="HSE Sans" panose="02000000000000000000" pitchFamily="50" charset="0"/>
                <a:ea typeface="MiSans"/>
              </a:rPr>
              <a:t>Однако п</a:t>
            </a:r>
            <a:r>
              <a:rPr lang="en-US" sz="1300" noProof="1">
                <a:latin typeface="HSE Sans" panose="02000000000000000000" pitchFamily="50" charset="0"/>
                <a:ea typeface="MiSans"/>
              </a:rPr>
              <a:t>одгруппы пересекаются</a:t>
            </a:r>
            <a:r>
              <a:rPr lang="ru-RU" sz="1300" noProof="1">
                <a:latin typeface="HSE Sans" panose="02000000000000000000" pitchFamily="50" charset="0"/>
                <a:ea typeface="MiSans"/>
              </a:rPr>
              <a:t>!</a:t>
            </a:r>
            <a:endParaRPr lang="en-US" sz="1300" noProof="1">
              <a:latin typeface="HSE Sans" panose="02000000000000000000" pitchFamily="50" charset="0"/>
            </a:endParaRPr>
          </a:p>
        </p:txBody>
      </p:sp>
    </p:spTree>
    <p:extLst>
      <p:ext uri="{BB962C8B-B14F-4D97-AF65-F5344CB8AC3E}">
        <p14:creationId xmlns:p14="http://schemas.microsoft.com/office/powerpoint/2010/main" val="544426776"/>
      </p:ext>
    </p:extLst>
  </p:cSld>
  <p:clrMapOvr>
    <a:masterClrMapping/>
  </p:clrMapOvr>
  <mc:AlternateContent xmlns:mc="http://schemas.openxmlformats.org/markup-compatibility/2006">
    <mc:Choice xmlns:p14="http://schemas.microsoft.com/office/powerpoint/2010/main" Requires="p14">
      <p:transition p14:dur="0" advClick="0" advTm="26000"/>
    </mc:Choice>
    <mc:Fallback>
      <p:transition advClick="0" advTm="26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Заголовок 2">
            <a:extLst>
              <a:ext uri="{FF2B5EF4-FFF2-40B4-BE49-F238E27FC236}">
                <a16:creationId xmlns:a16="http://schemas.microsoft.com/office/drawing/2014/main" id="{8219D05C-99A7-9C48-B903-118CF3BA60CA}"/>
              </a:ext>
            </a:extLst>
          </p:cNvPr>
          <p:cNvSpPr>
            <a:spLocks noGrp="1"/>
          </p:cNvSpPr>
          <p:nvPr>
            <p:ph type="title"/>
          </p:nvPr>
        </p:nvSpPr>
        <p:spPr>
          <a:xfrm>
            <a:off x="585898" y="1369967"/>
            <a:ext cx="10260442" cy="964670"/>
          </a:xfrm>
        </p:spPr>
        <p:txBody>
          <a:bodyPr>
            <a:normAutofit/>
          </a:bodyPr>
          <a:lstStyle/>
          <a:p>
            <a:r>
              <a:rPr lang="ru-RU" sz="2600" dirty="0"/>
              <a:t>Главный результат: среда и руководство объясняют в 10 раз больше, чем обстоятельства</a:t>
            </a:r>
          </a:p>
        </p:txBody>
      </p:sp>
      <p:sp>
        <p:nvSpPr>
          <p:cNvPr id="5" name="Текст 4">
            <a:extLst>
              <a:ext uri="{FF2B5EF4-FFF2-40B4-BE49-F238E27FC236}">
                <a16:creationId xmlns:a16="http://schemas.microsoft.com/office/drawing/2014/main" id="{C612FDF3-830C-8745-A254-C8DF29B6C387}"/>
              </a:ext>
            </a:extLst>
          </p:cNvPr>
          <p:cNvSpPr>
            <a:spLocks noGrp="1"/>
          </p:cNvSpPr>
          <p:nvPr>
            <p:ph type="body" sz="quarter" idx="13"/>
          </p:nvPr>
        </p:nvSpPr>
        <p:spPr>
          <a:xfrm>
            <a:off x="1143690" y="641332"/>
            <a:ext cx="1380436" cy="222884"/>
          </a:xfrm>
        </p:spPr>
        <p:txBody>
          <a:bodyPr/>
          <a:lstStyle/>
          <a:p>
            <a:r>
              <a:rPr lang="ru-RU" sz="1000" dirty="0">
                <a:latin typeface="HSE Sans" panose="02000000000000000000" pitchFamily="50" charset="0"/>
              </a:rPr>
              <a:t>ХАКАТОН </a:t>
            </a:r>
            <a:r>
              <a:rPr lang="ru-RU" dirty="0">
                <a:latin typeface="HSE Sans" panose="02000000000000000000" pitchFamily="50" charset="0"/>
              </a:rPr>
              <a:t>ИВО </a:t>
            </a:r>
            <a:r>
              <a:rPr lang="ru-RU" sz="1000" dirty="0">
                <a:latin typeface="HSE Sans" panose="02000000000000000000" pitchFamily="50" charset="0"/>
              </a:rPr>
              <a:t>· 2026</a:t>
            </a:r>
            <a:endParaRPr lang="ru-RU" dirty="0"/>
          </a:p>
        </p:txBody>
      </p:sp>
      <p:sp>
        <p:nvSpPr>
          <p:cNvPr id="8" name="Текст 4">
            <a:extLst>
              <a:ext uri="{FF2B5EF4-FFF2-40B4-BE49-F238E27FC236}">
                <a16:creationId xmlns:a16="http://schemas.microsoft.com/office/drawing/2014/main" id="{A247BE6E-9298-A80D-DCEF-491B5C6F2191}"/>
              </a:ext>
            </a:extLst>
          </p:cNvPr>
          <p:cNvSpPr txBox="1">
            <a:spLocks/>
          </p:cNvSpPr>
          <p:nvPr/>
        </p:nvSpPr>
        <p:spPr>
          <a:xfrm>
            <a:off x="2901153" y="637396"/>
            <a:ext cx="1380436" cy="222884"/>
          </a:xfrm>
          <a:prstGeom prst="rect">
            <a:avLst/>
          </a:prstGeom>
        </p:spPr>
        <p:txBody>
          <a:bodyPr lIns="0" tIns="0" rIns="0" bIns="0">
            <a:noAutofit/>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sz="1000" b="0" i="0" kern="1200">
                <a:solidFill>
                  <a:schemeClr val="tx1"/>
                </a:solidFill>
                <a:latin typeface="HSE Sans" panose="02000000000000000000" pitchFamily="2" charset="0"/>
                <a:ea typeface="+mn-ea"/>
                <a:cs typeface="+mn-cs"/>
              </a:defRPr>
            </a:lvl1pPr>
            <a:lvl2pPr marL="4572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2pPr>
            <a:lvl3pPr marL="9144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3pPr>
            <a:lvl4pPr marL="13716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4pPr>
            <a:lvl5pPr marL="18288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ru-RU" dirty="0">
                <a:latin typeface="HSE Sans" panose="02000000000000000000" pitchFamily="50" charset="0"/>
              </a:rPr>
              <a:t>ДЕКОМПОЗИЦИЯ</a:t>
            </a:r>
          </a:p>
        </p:txBody>
      </p:sp>
      <p:sp>
        <p:nvSpPr>
          <p:cNvPr id="7" name="big-num">
            <a:extLst>
              <a:ext uri="{FF2B5EF4-FFF2-40B4-BE49-F238E27FC236}">
                <a16:creationId xmlns:a16="http://schemas.microsoft.com/office/drawing/2014/main" id="{B7E3360B-37D7-A5AD-010E-AF7DB96D66C4}"/>
              </a:ext>
            </a:extLst>
          </p:cNvPr>
          <p:cNvSpPr txBox="1"/>
          <p:nvPr/>
        </p:nvSpPr>
        <p:spPr>
          <a:xfrm>
            <a:off x="762000" y="2540000"/>
            <a:ext cx="4064000" cy="1219200"/>
          </a:xfrm>
          <a:prstGeom prst="rect">
            <a:avLst/>
          </a:prstGeom>
          <a:noFill/>
          <a:ln>
            <a:noFill/>
          </a:ln>
        </p:spPr>
        <p:txBody>
          <a:bodyPr wrap="none" lIns="0" tIns="0" rIns="0" bIns="0" rtlCol="0"/>
          <a:lstStyle/>
          <a:p>
            <a:pPr>
              <a:lnSpc>
                <a:spcPct val="120000"/>
              </a:lnSpc>
            </a:pPr>
            <a:r>
              <a:rPr lang="en-US" sz="6400" b="1" noProof="1">
                <a:latin typeface="HSE Sans" panose="02000000000000000000" pitchFamily="50" charset="0"/>
                <a:ea typeface="MiSans"/>
              </a:rPr>
              <a:t>63%</a:t>
            </a:r>
            <a:endParaRPr lang="en-US" sz="6400" noProof="1">
              <a:latin typeface="HSE Sans" panose="02000000000000000000" pitchFamily="50" charset="0"/>
            </a:endParaRPr>
          </a:p>
        </p:txBody>
      </p:sp>
      <p:sp>
        <p:nvSpPr>
          <p:cNvPr id="9" name="big-num-cap">
            <a:extLst>
              <a:ext uri="{FF2B5EF4-FFF2-40B4-BE49-F238E27FC236}">
                <a16:creationId xmlns:a16="http://schemas.microsoft.com/office/drawing/2014/main" id="{E82DE071-E52F-53A7-5151-B8EF607B3260}"/>
              </a:ext>
            </a:extLst>
          </p:cNvPr>
          <p:cNvSpPr txBox="1"/>
          <p:nvPr/>
        </p:nvSpPr>
        <p:spPr>
          <a:xfrm>
            <a:off x="762000" y="3911600"/>
            <a:ext cx="4064000" cy="609600"/>
          </a:xfrm>
          <a:prstGeom prst="rect">
            <a:avLst/>
          </a:prstGeom>
          <a:noFill/>
          <a:ln>
            <a:noFill/>
          </a:ln>
        </p:spPr>
        <p:txBody>
          <a:bodyPr wrap="square" lIns="0" tIns="0" rIns="0" bIns="0" rtlCol="0"/>
          <a:lstStyle/>
          <a:p>
            <a:pPr>
              <a:lnSpc>
                <a:spcPct val="140000"/>
              </a:lnSpc>
            </a:pPr>
            <a:r>
              <a:rPr lang="en-US" sz="1300" b="1" noProof="1">
                <a:latin typeface="HSE Sans" panose="02000000000000000000" pitchFamily="50" charset="0"/>
                <a:ea typeface="MiSans"/>
              </a:rPr>
              <a:t>полного Tjur R² = 0,277 — уникальный вклад среды и руководства</a:t>
            </a:r>
            <a:endParaRPr lang="en-US" sz="1300" b="1" noProof="1">
              <a:latin typeface="HSE Sans" panose="02000000000000000000" pitchFamily="50" charset="0"/>
            </a:endParaRPr>
          </a:p>
        </p:txBody>
      </p:sp>
      <p:sp>
        <p:nvSpPr>
          <p:cNvPr id="10" name="g2-num">
            <a:extLst>
              <a:ext uri="{FF2B5EF4-FFF2-40B4-BE49-F238E27FC236}">
                <a16:creationId xmlns:a16="http://schemas.microsoft.com/office/drawing/2014/main" id="{DF7915EC-D981-F9C8-75FA-CDFBA33844E5}"/>
              </a:ext>
            </a:extLst>
          </p:cNvPr>
          <p:cNvSpPr txBox="1"/>
          <p:nvPr/>
        </p:nvSpPr>
        <p:spPr>
          <a:xfrm>
            <a:off x="762000" y="5029200"/>
            <a:ext cx="4064000" cy="508000"/>
          </a:xfrm>
          <a:prstGeom prst="rect">
            <a:avLst/>
          </a:prstGeom>
          <a:noFill/>
          <a:ln>
            <a:noFill/>
          </a:ln>
        </p:spPr>
        <p:txBody>
          <a:bodyPr wrap="none" lIns="0" tIns="0" rIns="0" bIns="0" rtlCol="0"/>
          <a:lstStyle/>
          <a:p>
            <a:pPr>
              <a:lnSpc>
                <a:spcPct val="120000"/>
              </a:lnSpc>
            </a:pPr>
            <a:r>
              <a:rPr lang="en-US" sz="2800" b="1" noProof="1">
                <a:solidFill>
                  <a:srgbClr val="86868B"/>
                </a:solidFill>
                <a:latin typeface="HSE Sans" panose="02000000000000000000" pitchFamily="50" charset="0"/>
              </a:rPr>
              <a:t>против 6%</a:t>
            </a:r>
          </a:p>
        </p:txBody>
      </p:sp>
      <p:sp>
        <p:nvSpPr>
          <p:cNvPr id="64" name="bar-seg1">
            <a:extLst>
              <a:ext uri="{FF2B5EF4-FFF2-40B4-BE49-F238E27FC236}">
                <a16:creationId xmlns:a16="http://schemas.microsoft.com/office/drawing/2014/main" id="{A670A097-2EC4-DDD5-5DB1-AFE25044ED43}"/>
              </a:ext>
            </a:extLst>
          </p:cNvPr>
          <p:cNvSpPr/>
          <p:nvPr/>
        </p:nvSpPr>
        <p:spPr>
          <a:xfrm>
            <a:off x="5080000" y="2692400"/>
            <a:ext cx="3835400" cy="812800"/>
          </a:xfrm>
          <a:prstGeom prst="rect">
            <a:avLst/>
          </a:prstGeom>
          <a:solidFill>
            <a:srgbClr val="0A84FF"/>
          </a:solidFill>
          <a:ln>
            <a:noFill/>
          </a:ln>
        </p:spPr>
      </p:sp>
      <p:sp>
        <p:nvSpPr>
          <p:cNvPr id="65" name="bar-seg1-label">
            <a:extLst>
              <a:ext uri="{FF2B5EF4-FFF2-40B4-BE49-F238E27FC236}">
                <a16:creationId xmlns:a16="http://schemas.microsoft.com/office/drawing/2014/main" id="{69A352C7-58A1-900D-4A07-E73C6D935574}"/>
              </a:ext>
            </a:extLst>
          </p:cNvPr>
          <p:cNvSpPr txBox="1"/>
          <p:nvPr/>
        </p:nvSpPr>
        <p:spPr>
          <a:xfrm>
            <a:off x="5080000" y="2692400"/>
            <a:ext cx="3835400" cy="812800"/>
          </a:xfrm>
          <a:prstGeom prst="rect">
            <a:avLst/>
          </a:prstGeom>
          <a:solidFill>
            <a:schemeClr val="tx1"/>
          </a:solidFill>
          <a:ln>
            <a:noFill/>
          </a:ln>
        </p:spPr>
        <p:txBody>
          <a:bodyPr wrap="none" lIns="0" tIns="0" rIns="0" bIns="0" rtlCol="0" anchor="ctr"/>
          <a:lstStyle/>
          <a:p>
            <a:pPr algn="ctr">
              <a:lnSpc>
                <a:spcPct val="120000"/>
              </a:lnSpc>
            </a:pPr>
            <a:r>
              <a:rPr lang="en-US" sz="1500" b="1" noProof="1">
                <a:latin typeface="HSE Sans" panose="02000000000000000000" pitchFamily="50" charset="0"/>
                <a:ea typeface="MiSans"/>
              </a:rPr>
              <a:t>63%</a:t>
            </a:r>
            <a:endParaRPr lang="en-US" sz="1500" noProof="1">
              <a:latin typeface="HSE Sans" panose="02000000000000000000" pitchFamily="50" charset="0"/>
            </a:endParaRPr>
          </a:p>
        </p:txBody>
      </p:sp>
      <p:sp>
        <p:nvSpPr>
          <p:cNvPr id="66" name="bar-seg2">
            <a:extLst>
              <a:ext uri="{FF2B5EF4-FFF2-40B4-BE49-F238E27FC236}">
                <a16:creationId xmlns:a16="http://schemas.microsoft.com/office/drawing/2014/main" id="{A73681EA-9FCA-B133-923C-E928DFE242B9}"/>
              </a:ext>
            </a:extLst>
          </p:cNvPr>
          <p:cNvSpPr/>
          <p:nvPr/>
        </p:nvSpPr>
        <p:spPr>
          <a:xfrm>
            <a:off x="8915400" y="2692400"/>
            <a:ext cx="685800" cy="812800"/>
          </a:xfrm>
          <a:prstGeom prst="rect">
            <a:avLst/>
          </a:prstGeom>
          <a:solidFill>
            <a:srgbClr val="86868B"/>
          </a:solidFill>
          <a:ln>
            <a:noFill/>
          </a:ln>
        </p:spPr>
      </p:sp>
      <p:sp>
        <p:nvSpPr>
          <p:cNvPr id="67" name="bar-seg3">
            <a:extLst>
              <a:ext uri="{FF2B5EF4-FFF2-40B4-BE49-F238E27FC236}">
                <a16:creationId xmlns:a16="http://schemas.microsoft.com/office/drawing/2014/main" id="{4CBDE029-07A0-E35E-015B-0616EFF98737}"/>
              </a:ext>
            </a:extLst>
          </p:cNvPr>
          <p:cNvSpPr/>
          <p:nvPr/>
        </p:nvSpPr>
        <p:spPr>
          <a:xfrm>
            <a:off x="9601200" y="2692400"/>
            <a:ext cx="647700" cy="812800"/>
          </a:xfrm>
          <a:prstGeom prst="rect">
            <a:avLst/>
          </a:prstGeom>
          <a:solidFill>
            <a:srgbClr val="BCBCC2"/>
          </a:solidFill>
          <a:ln>
            <a:noFill/>
          </a:ln>
        </p:spPr>
      </p:sp>
      <p:sp>
        <p:nvSpPr>
          <p:cNvPr id="68" name="bar-seg4">
            <a:extLst>
              <a:ext uri="{FF2B5EF4-FFF2-40B4-BE49-F238E27FC236}">
                <a16:creationId xmlns:a16="http://schemas.microsoft.com/office/drawing/2014/main" id="{EC21D387-1775-A315-E285-DF67B270B2B6}"/>
              </a:ext>
            </a:extLst>
          </p:cNvPr>
          <p:cNvSpPr/>
          <p:nvPr/>
        </p:nvSpPr>
        <p:spPr>
          <a:xfrm>
            <a:off x="10248900" y="2692400"/>
            <a:ext cx="368300" cy="812800"/>
          </a:xfrm>
          <a:prstGeom prst="rect">
            <a:avLst/>
          </a:prstGeom>
          <a:solidFill>
            <a:srgbClr val="D1D1D6"/>
          </a:solidFill>
          <a:ln>
            <a:noFill/>
          </a:ln>
        </p:spPr>
      </p:sp>
      <p:sp>
        <p:nvSpPr>
          <p:cNvPr id="69" name="bar-seg5">
            <a:extLst>
              <a:ext uri="{FF2B5EF4-FFF2-40B4-BE49-F238E27FC236}">
                <a16:creationId xmlns:a16="http://schemas.microsoft.com/office/drawing/2014/main" id="{B3030A94-1EAC-6BF0-6058-296B7B5EE459}"/>
              </a:ext>
            </a:extLst>
          </p:cNvPr>
          <p:cNvSpPr/>
          <p:nvPr/>
        </p:nvSpPr>
        <p:spPr>
          <a:xfrm>
            <a:off x="10617200" y="2692400"/>
            <a:ext cx="558800" cy="812800"/>
          </a:xfrm>
          <a:prstGeom prst="rect">
            <a:avLst/>
          </a:prstGeom>
          <a:solidFill>
            <a:srgbClr val="E9E9EE"/>
          </a:solidFill>
          <a:ln>
            <a:noFill/>
          </a:ln>
        </p:spPr>
      </p:sp>
      <p:sp>
        <p:nvSpPr>
          <p:cNvPr id="70" name="leg1-sw">
            <a:extLst>
              <a:ext uri="{FF2B5EF4-FFF2-40B4-BE49-F238E27FC236}">
                <a16:creationId xmlns:a16="http://schemas.microsoft.com/office/drawing/2014/main" id="{6D2D7302-4F37-71B2-38BF-15FD38E8C504}"/>
              </a:ext>
            </a:extLst>
          </p:cNvPr>
          <p:cNvSpPr/>
          <p:nvPr/>
        </p:nvSpPr>
        <p:spPr>
          <a:xfrm>
            <a:off x="5080000" y="3733800"/>
            <a:ext cx="127000" cy="127000"/>
          </a:xfrm>
          <a:prstGeom prst="rect">
            <a:avLst/>
          </a:prstGeom>
          <a:solidFill>
            <a:schemeClr val="tx1"/>
          </a:solidFill>
          <a:ln>
            <a:noFill/>
          </a:ln>
        </p:spPr>
      </p:sp>
      <p:sp>
        <p:nvSpPr>
          <p:cNvPr id="71" name="leg1-tx">
            <a:extLst>
              <a:ext uri="{FF2B5EF4-FFF2-40B4-BE49-F238E27FC236}">
                <a16:creationId xmlns:a16="http://schemas.microsoft.com/office/drawing/2014/main" id="{E86F6965-CC9B-64B3-3CAD-0A9C0EED8B17}"/>
              </a:ext>
            </a:extLst>
          </p:cNvPr>
          <p:cNvSpPr txBox="1"/>
          <p:nvPr/>
        </p:nvSpPr>
        <p:spPr>
          <a:xfrm>
            <a:off x="5283200" y="3708400"/>
            <a:ext cx="1574800" cy="177800"/>
          </a:xfrm>
          <a:prstGeom prst="rect">
            <a:avLst/>
          </a:prstGeom>
          <a:noFill/>
          <a:ln>
            <a:noFill/>
          </a:ln>
        </p:spPr>
        <p:txBody>
          <a:bodyPr wrap="none" lIns="0" tIns="0" rIns="0" bIns="0" rtlCol="0"/>
          <a:lstStyle/>
          <a:p>
            <a:pPr>
              <a:lnSpc>
                <a:spcPct val="120000"/>
              </a:lnSpc>
            </a:pPr>
            <a:r>
              <a:rPr lang="en-US" sz="1050" noProof="1">
                <a:latin typeface="HSE Sans" panose="02000000000000000000" pitchFamily="50" charset="0"/>
                <a:ea typeface="MiSans"/>
              </a:rPr>
              <a:t>G1 уникальная · 63%</a:t>
            </a:r>
            <a:endParaRPr lang="en-US" sz="1050" noProof="1">
              <a:latin typeface="HSE Sans" panose="02000000000000000000" pitchFamily="50" charset="0"/>
            </a:endParaRPr>
          </a:p>
        </p:txBody>
      </p:sp>
      <p:sp>
        <p:nvSpPr>
          <p:cNvPr id="72" name="leg2-sw">
            <a:extLst>
              <a:ext uri="{FF2B5EF4-FFF2-40B4-BE49-F238E27FC236}">
                <a16:creationId xmlns:a16="http://schemas.microsoft.com/office/drawing/2014/main" id="{49C0BDD5-2380-D08D-FC15-CF98A0E3A3CE}"/>
              </a:ext>
            </a:extLst>
          </p:cNvPr>
          <p:cNvSpPr/>
          <p:nvPr/>
        </p:nvSpPr>
        <p:spPr>
          <a:xfrm>
            <a:off x="6959600" y="3733800"/>
            <a:ext cx="127000" cy="127000"/>
          </a:xfrm>
          <a:prstGeom prst="rect">
            <a:avLst/>
          </a:prstGeom>
          <a:solidFill>
            <a:srgbClr val="86868B"/>
          </a:solidFill>
          <a:ln>
            <a:noFill/>
          </a:ln>
        </p:spPr>
      </p:sp>
      <p:sp>
        <p:nvSpPr>
          <p:cNvPr id="73" name="leg2-tx">
            <a:extLst>
              <a:ext uri="{FF2B5EF4-FFF2-40B4-BE49-F238E27FC236}">
                <a16:creationId xmlns:a16="http://schemas.microsoft.com/office/drawing/2014/main" id="{EF18EEB5-600D-DDA6-B867-86B6B31DDC83}"/>
              </a:ext>
            </a:extLst>
          </p:cNvPr>
          <p:cNvSpPr txBox="1"/>
          <p:nvPr/>
        </p:nvSpPr>
        <p:spPr>
          <a:xfrm>
            <a:off x="7162800" y="3708400"/>
            <a:ext cx="1778000" cy="177800"/>
          </a:xfrm>
          <a:prstGeom prst="rect">
            <a:avLst/>
          </a:prstGeom>
          <a:noFill/>
          <a:ln>
            <a:noFill/>
          </a:ln>
        </p:spPr>
        <p:txBody>
          <a:bodyPr wrap="none" lIns="0" tIns="0" rIns="0" bIns="0" rtlCol="0"/>
          <a:lstStyle/>
          <a:p>
            <a:pPr>
              <a:lnSpc>
                <a:spcPct val="120000"/>
              </a:lnSpc>
            </a:pPr>
            <a:r>
              <a:rPr lang="en-US" sz="1050" noProof="1">
                <a:latin typeface="HSE Sans" panose="02000000000000000000" pitchFamily="50" charset="0"/>
                <a:ea typeface="MiSans"/>
              </a:rPr>
              <a:t>общая G1 ∩ G2 · 11,3%</a:t>
            </a:r>
            <a:endParaRPr lang="en-US" sz="1050" noProof="1">
              <a:latin typeface="HSE Sans" panose="02000000000000000000" pitchFamily="50" charset="0"/>
            </a:endParaRPr>
          </a:p>
        </p:txBody>
      </p:sp>
      <p:sp>
        <p:nvSpPr>
          <p:cNvPr id="74" name="leg3-sw">
            <a:extLst>
              <a:ext uri="{FF2B5EF4-FFF2-40B4-BE49-F238E27FC236}">
                <a16:creationId xmlns:a16="http://schemas.microsoft.com/office/drawing/2014/main" id="{8CE05714-EA45-F3B6-E6A6-61829A039294}"/>
              </a:ext>
            </a:extLst>
          </p:cNvPr>
          <p:cNvSpPr/>
          <p:nvPr/>
        </p:nvSpPr>
        <p:spPr>
          <a:xfrm>
            <a:off x="9042400" y="3733800"/>
            <a:ext cx="127000" cy="127000"/>
          </a:xfrm>
          <a:prstGeom prst="rect">
            <a:avLst/>
          </a:prstGeom>
          <a:solidFill>
            <a:srgbClr val="BCBCC2"/>
          </a:solidFill>
          <a:ln>
            <a:noFill/>
          </a:ln>
        </p:spPr>
      </p:sp>
      <p:sp>
        <p:nvSpPr>
          <p:cNvPr id="75" name="leg3-tx">
            <a:extLst>
              <a:ext uri="{FF2B5EF4-FFF2-40B4-BE49-F238E27FC236}">
                <a16:creationId xmlns:a16="http://schemas.microsoft.com/office/drawing/2014/main" id="{4B18E0D7-9499-2AA5-ACBF-3FC3BA8AA805}"/>
              </a:ext>
            </a:extLst>
          </p:cNvPr>
          <p:cNvSpPr txBox="1"/>
          <p:nvPr/>
        </p:nvSpPr>
        <p:spPr>
          <a:xfrm>
            <a:off x="9245600" y="3708400"/>
            <a:ext cx="1930400" cy="177800"/>
          </a:xfrm>
          <a:prstGeom prst="rect">
            <a:avLst/>
          </a:prstGeom>
          <a:noFill/>
          <a:ln>
            <a:noFill/>
          </a:ln>
        </p:spPr>
        <p:txBody>
          <a:bodyPr wrap="none" lIns="0" tIns="0" rIns="0" bIns="0" rtlCol="0"/>
          <a:lstStyle/>
          <a:p>
            <a:pPr>
              <a:lnSpc>
                <a:spcPct val="120000"/>
              </a:lnSpc>
            </a:pPr>
            <a:r>
              <a:rPr lang="en-US" sz="1050" noProof="1">
                <a:latin typeface="HSE Sans" panose="02000000000000000000" pitchFamily="50" charset="0"/>
                <a:ea typeface="MiSans"/>
              </a:rPr>
              <a:t>контроли (D+M) · 10,6%</a:t>
            </a:r>
            <a:endParaRPr lang="en-US" sz="1050" noProof="1">
              <a:latin typeface="HSE Sans" panose="02000000000000000000" pitchFamily="50" charset="0"/>
            </a:endParaRPr>
          </a:p>
        </p:txBody>
      </p:sp>
      <p:sp>
        <p:nvSpPr>
          <p:cNvPr id="76" name="leg4-sw">
            <a:extLst>
              <a:ext uri="{FF2B5EF4-FFF2-40B4-BE49-F238E27FC236}">
                <a16:creationId xmlns:a16="http://schemas.microsoft.com/office/drawing/2014/main" id="{2F0377FB-5531-BCF5-2F2A-926ED16465A4}"/>
              </a:ext>
            </a:extLst>
          </p:cNvPr>
          <p:cNvSpPr/>
          <p:nvPr/>
        </p:nvSpPr>
        <p:spPr>
          <a:xfrm>
            <a:off x="5080000" y="4038600"/>
            <a:ext cx="127000" cy="127000"/>
          </a:xfrm>
          <a:prstGeom prst="rect">
            <a:avLst/>
          </a:prstGeom>
          <a:solidFill>
            <a:srgbClr val="D1D1D6"/>
          </a:solidFill>
          <a:ln>
            <a:noFill/>
          </a:ln>
        </p:spPr>
      </p:sp>
      <p:sp>
        <p:nvSpPr>
          <p:cNvPr id="77" name="leg4-tx">
            <a:extLst>
              <a:ext uri="{FF2B5EF4-FFF2-40B4-BE49-F238E27FC236}">
                <a16:creationId xmlns:a16="http://schemas.microsoft.com/office/drawing/2014/main" id="{4632115B-F8EC-31E0-FC48-0A1AE86D658A}"/>
              </a:ext>
            </a:extLst>
          </p:cNvPr>
          <p:cNvSpPr txBox="1"/>
          <p:nvPr/>
        </p:nvSpPr>
        <p:spPr>
          <a:xfrm>
            <a:off x="5283200" y="4013200"/>
            <a:ext cx="1574800" cy="177800"/>
          </a:xfrm>
          <a:prstGeom prst="rect">
            <a:avLst/>
          </a:prstGeom>
          <a:noFill/>
          <a:ln>
            <a:noFill/>
          </a:ln>
        </p:spPr>
        <p:txBody>
          <a:bodyPr wrap="none" lIns="0" tIns="0" rIns="0" bIns="0" rtlCol="0"/>
          <a:lstStyle/>
          <a:p>
            <a:pPr>
              <a:lnSpc>
                <a:spcPct val="120000"/>
              </a:lnSpc>
            </a:pPr>
            <a:r>
              <a:rPr lang="en-US" sz="1050" noProof="1">
                <a:latin typeface="HSE Sans" panose="02000000000000000000" pitchFamily="50" charset="0"/>
                <a:ea typeface="MiSans"/>
              </a:rPr>
              <a:t>G2 уникальная · 6,0%</a:t>
            </a:r>
            <a:endParaRPr lang="en-US" sz="1050" noProof="1">
              <a:latin typeface="HSE Sans" panose="02000000000000000000" pitchFamily="50" charset="0"/>
            </a:endParaRPr>
          </a:p>
        </p:txBody>
      </p:sp>
      <p:sp>
        <p:nvSpPr>
          <p:cNvPr id="78" name="leg5-sw">
            <a:extLst>
              <a:ext uri="{FF2B5EF4-FFF2-40B4-BE49-F238E27FC236}">
                <a16:creationId xmlns:a16="http://schemas.microsoft.com/office/drawing/2014/main" id="{48F6DAFF-808B-1ABC-63C6-159787EBA32A}"/>
              </a:ext>
            </a:extLst>
          </p:cNvPr>
          <p:cNvSpPr/>
          <p:nvPr/>
        </p:nvSpPr>
        <p:spPr>
          <a:xfrm>
            <a:off x="6959600" y="4038600"/>
            <a:ext cx="127000" cy="127000"/>
          </a:xfrm>
          <a:prstGeom prst="rect">
            <a:avLst/>
          </a:prstGeom>
          <a:solidFill>
            <a:srgbClr val="E9E9EE"/>
          </a:solidFill>
          <a:ln>
            <a:noFill/>
          </a:ln>
        </p:spPr>
      </p:sp>
      <p:sp>
        <p:nvSpPr>
          <p:cNvPr id="79" name="leg5-tx">
            <a:extLst>
              <a:ext uri="{FF2B5EF4-FFF2-40B4-BE49-F238E27FC236}">
                <a16:creationId xmlns:a16="http://schemas.microsoft.com/office/drawing/2014/main" id="{38774156-A2A2-E7DC-5B65-63E6BD9AD74F}"/>
              </a:ext>
            </a:extLst>
          </p:cNvPr>
          <p:cNvSpPr txBox="1"/>
          <p:nvPr/>
        </p:nvSpPr>
        <p:spPr>
          <a:xfrm>
            <a:off x="7162800" y="4013200"/>
            <a:ext cx="1574800" cy="177800"/>
          </a:xfrm>
          <a:prstGeom prst="rect">
            <a:avLst/>
          </a:prstGeom>
          <a:noFill/>
          <a:ln>
            <a:noFill/>
          </a:ln>
        </p:spPr>
        <p:txBody>
          <a:bodyPr wrap="none" lIns="0" tIns="0" rIns="0" bIns="0" rtlCol="0"/>
          <a:lstStyle/>
          <a:p>
            <a:pPr>
              <a:lnSpc>
                <a:spcPct val="120000"/>
              </a:lnSpc>
            </a:pPr>
            <a:r>
              <a:rPr lang="en-US" sz="1050" noProof="1">
                <a:latin typeface="HSE Sans" panose="02000000000000000000" pitchFamily="50" charset="0"/>
                <a:ea typeface="MiSans"/>
              </a:rPr>
              <a:t>прочие общие · 9,0%</a:t>
            </a:r>
            <a:endParaRPr lang="en-US" sz="1050" noProof="1">
              <a:latin typeface="HSE Sans" panose="02000000000000000000" pitchFamily="50" charset="0"/>
            </a:endParaRPr>
          </a:p>
        </p:txBody>
      </p:sp>
      <p:sp>
        <p:nvSpPr>
          <p:cNvPr id="80" name="decomp-note">
            <a:extLst>
              <a:ext uri="{FF2B5EF4-FFF2-40B4-BE49-F238E27FC236}">
                <a16:creationId xmlns:a16="http://schemas.microsoft.com/office/drawing/2014/main" id="{E50A161F-6F23-0087-3401-CB2115B11D42}"/>
              </a:ext>
            </a:extLst>
          </p:cNvPr>
          <p:cNvSpPr txBox="1"/>
          <p:nvPr/>
        </p:nvSpPr>
        <p:spPr>
          <a:xfrm>
            <a:off x="5080000" y="4470400"/>
            <a:ext cx="6096000" cy="1524000"/>
          </a:xfrm>
          <a:prstGeom prst="rect">
            <a:avLst/>
          </a:prstGeom>
          <a:noFill/>
          <a:ln>
            <a:noFill/>
          </a:ln>
        </p:spPr>
        <p:txBody>
          <a:bodyPr wrap="square" lIns="0" tIns="0" rIns="0" bIns="0" rtlCol="0"/>
          <a:lstStyle/>
          <a:p>
            <a:pPr>
              <a:lnSpc>
                <a:spcPct val="150000"/>
              </a:lnSpc>
            </a:pPr>
            <a:r>
              <a:rPr lang="en-US" sz="1300" noProof="1">
                <a:latin typeface="HSE Sans" panose="02000000000000000000" pitchFamily="50" charset="0"/>
                <a:ea typeface="MiSans"/>
              </a:rPr>
              <a:t>Декомпозиция инвариантна к порядку введения блоков. Независимый LMG-рейтинг </a:t>
            </a:r>
            <a:r>
              <a:rPr lang="en-US" sz="1300" b="1" noProof="1">
                <a:latin typeface="HSE Sans" panose="02000000000000000000" pitchFamily="50" charset="0"/>
                <a:ea typeface="MiSans"/>
              </a:rPr>
              <a:t>подтверждает</a:t>
            </a:r>
            <a:r>
              <a:rPr lang="en-US" sz="1300" noProof="1">
                <a:latin typeface="HSE Sans" panose="02000000000000000000" pitchFamily="50" charset="0"/>
                <a:ea typeface="MiSans"/>
              </a:rPr>
              <a:t>: среда 50% + руководство 24% против 10% у обстоятельств. </a:t>
            </a:r>
            <a:r>
              <a:rPr lang="en-US" sz="1300" b="1" noProof="1">
                <a:latin typeface="HSE Sans" panose="02000000000000000000" pitchFamily="50" charset="0"/>
                <a:ea typeface="MiSans"/>
              </a:rPr>
              <a:t>Неразделимая часть двух </a:t>
            </a:r>
            <a:r>
              <a:rPr lang="ru-RU" sz="1300" b="1" noProof="1">
                <a:latin typeface="HSE Sans" panose="02000000000000000000" pitchFamily="50" charset="0"/>
                <a:ea typeface="MiSans"/>
              </a:rPr>
              <a:t>блоков</a:t>
            </a:r>
            <a:r>
              <a:rPr lang="en-US" sz="1300" b="1" noProof="1">
                <a:latin typeface="HSE Sans" panose="02000000000000000000" pitchFamily="50" charset="0"/>
                <a:ea typeface="MiSans"/>
              </a:rPr>
              <a:t> — лишь 11,3%.</a:t>
            </a:r>
            <a:endParaRPr lang="en-US" sz="1300" b="1" noProof="1">
              <a:latin typeface="HSE Sans" panose="02000000000000000000" pitchFamily="50" charset="0"/>
            </a:endParaRPr>
          </a:p>
        </p:txBody>
      </p:sp>
      <p:sp>
        <p:nvSpPr>
          <p:cNvPr id="98" name="g2-cap">
            <a:extLst>
              <a:ext uri="{FF2B5EF4-FFF2-40B4-BE49-F238E27FC236}">
                <a16:creationId xmlns:a16="http://schemas.microsoft.com/office/drawing/2014/main" id="{819EF404-8C83-2FCB-23B1-528C0B64B72C}"/>
              </a:ext>
            </a:extLst>
          </p:cNvPr>
          <p:cNvSpPr txBox="1"/>
          <p:nvPr/>
        </p:nvSpPr>
        <p:spPr>
          <a:xfrm>
            <a:off x="762000" y="5588000"/>
            <a:ext cx="4064000" cy="431800"/>
          </a:xfrm>
          <a:prstGeom prst="rect">
            <a:avLst/>
          </a:prstGeom>
          <a:noFill/>
          <a:ln>
            <a:noFill/>
          </a:ln>
        </p:spPr>
        <p:txBody>
          <a:bodyPr wrap="square" lIns="0" tIns="0" rIns="0" bIns="0" rtlCol="0"/>
          <a:lstStyle/>
          <a:p>
            <a:pPr>
              <a:lnSpc>
                <a:spcPct val="120000"/>
              </a:lnSpc>
            </a:pPr>
            <a:r>
              <a:rPr lang="en-US" sz="1300" noProof="1">
                <a:solidFill>
                  <a:srgbClr val="86868B"/>
                </a:solidFill>
                <a:latin typeface="HSE Sans" panose="02000000000000000000" pitchFamily="50" charset="0"/>
              </a:rPr>
              <a:t>уникальный вклад жизненных обстоятельств</a:t>
            </a:r>
          </a:p>
        </p:txBody>
      </p:sp>
      <p:sp>
        <p:nvSpPr>
          <p:cNvPr id="99" name="footer-left">
            <a:extLst>
              <a:ext uri="{FF2B5EF4-FFF2-40B4-BE49-F238E27FC236}">
                <a16:creationId xmlns:a16="http://schemas.microsoft.com/office/drawing/2014/main" id="{6E5C6B9B-517D-9B06-A1AE-22D8500C78AA}"/>
              </a:ext>
            </a:extLst>
          </p:cNvPr>
          <p:cNvSpPr txBox="1"/>
          <p:nvPr/>
        </p:nvSpPr>
        <p:spPr>
          <a:xfrm>
            <a:off x="781050" y="6216668"/>
            <a:ext cx="9144000" cy="177800"/>
          </a:xfrm>
          <a:prstGeom prst="rect">
            <a:avLst/>
          </a:prstGeom>
          <a:noFill/>
          <a:ln>
            <a:noFill/>
          </a:ln>
        </p:spPr>
        <p:txBody>
          <a:bodyPr wrap="none" lIns="0" tIns="0" rIns="0" bIns="0" rtlCol="0"/>
          <a:lstStyle/>
          <a:p>
            <a:pPr>
              <a:lnSpc>
                <a:spcPct val="120000"/>
              </a:lnSpc>
            </a:pPr>
            <a:r>
              <a:rPr lang="en-US" sz="1300" b="1" noProof="1">
                <a:latin typeface="HSE Sans" panose="02000000000000000000" pitchFamily="50" charset="0"/>
                <a:ea typeface="MiSans"/>
              </a:rPr>
              <a:t>Commonality-декомпозиция</a:t>
            </a:r>
            <a:r>
              <a:rPr lang="en-US" sz="1300" noProof="1">
                <a:latin typeface="HSE Sans" panose="02000000000000000000" pitchFamily="50" charset="0"/>
                <a:ea typeface="MiSans"/>
              </a:rPr>
              <a:t> Tjur R², 15 подмоделей × 20 импутаций, пулинг по Рубину; n = 4569</a:t>
            </a:r>
            <a:endParaRPr lang="en-US" sz="1300" noProof="1">
              <a:latin typeface="HSE Sans" panose="02000000000000000000" pitchFamily="50" charset="0"/>
            </a:endParaRPr>
          </a:p>
        </p:txBody>
      </p:sp>
    </p:spTree>
    <p:extLst>
      <p:ext uri="{BB962C8B-B14F-4D97-AF65-F5344CB8AC3E}">
        <p14:creationId xmlns:p14="http://schemas.microsoft.com/office/powerpoint/2010/main" val="3935284335"/>
      </p:ext>
    </p:extLst>
  </p:cSld>
  <p:clrMapOvr>
    <a:masterClrMapping/>
  </p:clrMapOvr>
  <mc:AlternateContent xmlns:mc="http://schemas.openxmlformats.org/markup-compatibility/2006">
    <mc:Choice xmlns:p14="http://schemas.microsoft.com/office/powerpoint/2010/main" Requires="p14">
      <p:transition p14:dur="0" advClick="0" advTm="26000"/>
    </mc:Choice>
    <mc:Fallback>
      <p:transition advClick="0" advTm="26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Заголовок 2">
            <a:extLst>
              <a:ext uri="{FF2B5EF4-FFF2-40B4-BE49-F238E27FC236}">
                <a16:creationId xmlns:a16="http://schemas.microsoft.com/office/drawing/2014/main" id="{8219D05C-99A7-9C48-B903-118CF3BA60CA}"/>
              </a:ext>
            </a:extLst>
          </p:cNvPr>
          <p:cNvSpPr>
            <a:spLocks noGrp="1"/>
          </p:cNvSpPr>
          <p:nvPr>
            <p:ph type="title"/>
          </p:nvPr>
        </p:nvSpPr>
        <p:spPr>
          <a:xfrm>
            <a:off x="585898" y="1369966"/>
            <a:ext cx="10357719" cy="945214"/>
          </a:xfrm>
        </p:spPr>
        <p:txBody>
          <a:bodyPr>
            <a:normAutofit/>
          </a:bodyPr>
          <a:lstStyle/>
          <a:p>
            <a:r>
              <a:rPr lang="ru-RU" sz="2600" dirty="0"/>
              <a:t>Профили риска: среда — 82,9%, обстоятельства — 18,2%</a:t>
            </a:r>
          </a:p>
        </p:txBody>
      </p:sp>
      <p:sp>
        <p:nvSpPr>
          <p:cNvPr id="5" name="Текст 4">
            <a:extLst>
              <a:ext uri="{FF2B5EF4-FFF2-40B4-BE49-F238E27FC236}">
                <a16:creationId xmlns:a16="http://schemas.microsoft.com/office/drawing/2014/main" id="{C612FDF3-830C-8745-A254-C8DF29B6C387}"/>
              </a:ext>
            </a:extLst>
          </p:cNvPr>
          <p:cNvSpPr>
            <a:spLocks noGrp="1"/>
          </p:cNvSpPr>
          <p:nvPr>
            <p:ph type="body" sz="quarter" idx="13"/>
          </p:nvPr>
        </p:nvSpPr>
        <p:spPr>
          <a:xfrm>
            <a:off x="1143690" y="641332"/>
            <a:ext cx="1380436" cy="222884"/>
          </a:xfrm>
        </p:spPr>
        <p:txBody>
          <a:bodyPr/>
          <a:lstStyle/>
          <a:p>
            <a:r>
              <a:rPr lang="ru-RU" sz="1000" dirty="0">
                <a:latin typeface="HSE Sans" panose="02000000000000000000" pitchFamily="50" charset="0"/>
              </a:rPr>
              <a:t>ХАКАТОН </a:t>
            </a:r>
            <a:r>
              <a:rPr lang="ru-RU" dirty="0">
                <a:latin typeface="HSE Sans" panose="02000000000000000000" pitchFamily="50" charset="0"/>
              </a:rPr>
              <a:t>ИВО </a:t>
            </a:r>
            <a:r>
              <a:rPr lang="ru-RU" sz="1000" dirty="0">
                <a:latin typeface="HSE Sans" panose="02000000000000000000" pitchFamily="50" charset="0"/>
              </a:rPr>
              <a:t>· 2026</a:t>
            </a:r>
            <a:endParaRPr lang="ru-RU" dirty="0"/>
          </a:p>
        </p:txBody>
      </p:sp>
      <p:sp>
        <p:nvSpPr>
          <p:cNvPr id="8" name="Текст 4">
            <a:extLst>
              <a:ext uri="{FF2B5EF4-FFF2-40B4-BE49-F238E27FC236}">
                <a16:creationId xmlns:a16="http://schemas.microsoft.com/office/drawing/2014/main" id="{A247BE6E-9298-A80D-DCEF-491B5C6F2191}"/>
              </a:ext>
            </a:extLst>
          </p:cNvPr>
          <p:cNvSpPr txBox="1">
            <a:spLocks/>
          </p:cNvSpPr>
          <p:nvPr/>
        </p:nvSpPr>
        <p:spPr>
          <a:xfrm>
            <a:off x="2901153" y="637396"/>
            <a:ext cx="1380436" cy="222884"/>
          </a:xfrm>
          <a:prstGeom prst="rect">
            <a:avLst/>
          </a:prstGeom>
        </p:spPr>
        <p:txBody>
          <a:bodyPr lIns="0" tIns="0" rIns="0" bIns="0">
            <a:noAutofit/>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sz="1000" b="0" i="0" kern="1200">
                <a:solidFill>
                  <a:schemeClr val="tx1"/>
                </a:solidFill>
                <a:latin typeface="HSE Sans" panose="02000000000000000000" pitchFamily="2" charset="0"/>
                <a:ea typeface="+mn-ea"/>
                <a:cs typeface="+mn-cs"/>
              </a:defRPr>
            </a:lvl1pPr>
            <a:lvl2pPr marL="4572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2pPr>
            <a:lvl3pPr marL="9144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3pPr>
            <a:lvl4pPr marL="13716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4pPr>
            <a:lvl5pPr marL="18288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ru-RU" dirty="0">
                <a:latin typeface="HSE Sans" panose="02000000000000000000" pitchFamily="50" charset="0"/>
              </a:rPr>
              <a:t>ПРОФИЛИ</a:t>
            </a:r>
          </a:p>
        </p:txBody>
      </p:sp>
      <p:pic>
        <p:nvPicPr>
          <p:cNvPr id="6" name="Рисунок 5" descr="Изображение выглядит как текст, снимок экрана, диаграмма, Шрифт&#10;&#10;Контент, сгенерированный ИИ, может содержать ошибки.">
            <a:extLst>
              <a:ext uri="{FF2B5EF4-FFF2-40B4-BE49-F238E27FC236}">
                <a16:creationId xmlns:a16="http://schemas.microsoft.com/office/drawing/2014/main" id="{68569A76-D1AB-FBFF-76B9-F3E83FE93FD4}"/>
              </a:ext>
            </a:extLst>
          </p:cNvPr>
          <p:cNvPicPr>
            <a:picLocks noChangeAspect="1"/>
          </p:cNvPicPr>
          <p:nvPr/>
        </p:nvPicPr>
        <p:blipFill>
          <a:blip r:embed="rId2"/>
          <a:stretch>
            <a:fillRect/>
          </a:stretch>
        </p:blipFill>
        <p:spPr>
          <a:xfrm>
            <a:off x="166302" y="2419023"/>
            <a:ext cx="8513081" cy="4091948"/>
          </a:xfrm>
          <a:prstGeom prst="rect">
            <a:avLst/>
          </a:prstGeom>
        </p:spPr>
      </p:pic>
      <p:sp>
        <p:nvSpPr>
          <p:cNvPr id="2" name="side-body">
            <a:extLst>
              <a:ext uri="{FF2B5EF4-FFF2-40B4-BE49-F238E27FC236}">
                <a16:creationId xmlns:a16="http://schemas.microsoft.com/office/drawing/2014/main" id="{5125C2CE-DE3C-FC50-7828-5DB588979E0C}"/>
              </a:ext>
            </a:extLst>
          </p:cNvPr>
          <p:cNvSpPr txBox="1"/>
          <p:nvPr/>
        </p:nvSpPr>
        <p:spPr>
          <a:xfrm>
            <a:off x="8598170" y="2177856"/>
            <a:ext cx="2997200" cy="3482514"/>
          </a:xfrm>
          <a:prstGeom prst="rect">
            <a:avLst/>
          </a:prstGeom>
          <a:noFill/>
          <a:ln>
            <a:noFill/>
          </a:ln>
        </p:spPr>
        <p:txBody>
          <a:bodyPr wrap="square" lIns="0" tIns="0" rIns="0" bIns="0" rtlCol="0"/>
          <a:lstStyle/>
          <a:p>
            <a:pPr>
              <a:lnSpc>
                <a:spcPct val="120000"/>
              </a:lnSpc>
              <a:spcAft>
                <a:spcPts val="800"/>
              </a:spcAft>
            </a:pPr>
            <a:r>
              <a:rPr lang="ru-RU" sz="1300" b="1" noProof="1">
                <a:latin typeface="HSE Sans" panose="02000000000000000000" pitchFamily="50" charset="0"/>
                <a:ea typeface="MiSans"/>
              </a:rPr>
              <a:t>Как читать профили</a:t>
            </a:r>
            <a:r>
              <a:rPr lang="en-US" sz="1300" b="1" noProof="1">
                <a:latin typeface="HSE Sans" panose="02000000000000000000" pitchFamily="50" charset="0"/>
                <a:ea typeface="MiSans"/>
              </a:rPr>
              <a:t>:</a:t>
            </a:r>
          </a:p>
          <a:p>
            <a:pPr>
              <a:lnSpc>
                <a:spcPct val="120000"/>
              </a:lnSpc>
              <a:spcBef>
                <a:spcPts val="400"/>
              </a:spcBef>
              <a:spcAft>
                <a:spcPts val="400"/>
              </a:spcAft>
            </a:pPr>
            <a:r>
              <a:rPr lang="en-US" sz="1300" b="1" noProof="1">
                <a:latin typeface="HSE Sans" panose="02000000000000000000" pitchFamily="50" charset="0"/>
                <a:ea typeface="MiSans"/>
              </a:rPr>
              <a:t>У разочарованного </a:t>
            </a:r>
            <a:r>
              <a:rPr lang="en-US" sz="1300" noProof="1">
                <a:latin typeface="HSE Sans" panose="02000000000000000000" pitchFamily="50" charset="0"/>
                <a:ea typeface="MiSans"/>
              </a:rPr>
              <a:t>— минимальные принадлежность, качество образования и удовлетворённость руководителем</a:t>
            </a:r>
            <a:r>
              <a:rPr lang="ru-RU" sz="1300" noProof="1">
                <a:latin typeface="HSE Sans" panose="02000000000000000000" pitchFamily="50" charset="0"/>
                <a:ea typeface="MiSans"/>
              </a:rPr>
              <a:t>;</a:t>
            </a:r>
            <a:endParaRPr lang="en-US" sz="1300" noProof="1">
              <a:latin typeface="HSE Sans" panose="02000000000000000000" pitchFamily="50" charset="0"/>
            </a:endParaRPr>
          </a:p>
          <a:p>
            <a:pPr>
              <a:lnSpc>
                <a:spcPct val="120000"/>
              </a:lnSpc>
              <a:spcBef>
                <a:spcPts val="800"/>
              </a:spcBef>
              <a:spcAft>
                <a:spcPts val="400"/>
              </a:spcAft>
            </a:pPr>
            <a:r>
              <a:rPr lang="ru-RU" sz="1300" b="1" noProof="1">
                <a:latin typeface="HSE Sans" panose="02000000000000000000" pitchFamily="50" charset="0"/>
                <a:ea typeface="MiSans"/>
              </a:rPr>
              <a:t>У стеснённого </a:t>
            </a:r>
            <a:r>
              <a:rPr lang="ru-RU" sz="1300" noProof="1">
                <a:latin typeface="HSE Sans" panose="02000000000000000000" pitchFamily="50" charset="0"/>
                <a:ea typeface="MiSans"/>
              </a:rPr>
              <a:t>— низкий доход и шесть ковидных трудностей;</a:t>
            </a:r>
          </a:p>
          <a:p>
            <a:pPr>
              <a:lnSpc>
                <a:spcPct val="120000"/>
              </a:lnSpc>
              <a:spcBef>
                <a:spcPts val="800"/>
              </a:spcBef>
              <a:spcAft>
                <a:spcPts val="400"/>
              </a:spcAft>
            </a:pPr>
            <a:r>
              <a:rPr lang="ru-RU" sz="1300" b="1" noProof="1">
                <a:latin typeface="HSE Sans" panose="02000000000000000000" pitchFamily="50" charset="0"/>
              </a:rPr>
              <a:t>Отдельный профиль </a:t>
            </a:r>
            <a:r>
              <a:rPr lang="ru-RU" sz="1300" noProof="1">
                <a:latin typeface="HSE Sans" panose="02000000000000000000" pitchFamily="50" charset="0"/>
              </a:rPr>
              <a:t>— работа вне вуза, слабо связанная с темой диссертации;</a:t>
            </a:r>
          </a:p>
          <a:p>
            <a:pPr>
              <a:lnSpc>
                <a:spcPct val="120000"/>
              </a:lnSpc>
              <a:spcBef>
                <a:spcPts val="800"/>
              </a:spcBef>
              <a:spcAft>
                <a:spcPts val="400"/>
              </a:spcAft>
            </a:pPr>
            <a:r>
              <a:rPr lang="ru-RU" sz="1300" b="1" noProof="1">
                <a:latin typeface="HSE Sans" panose="02000000000000000000" pitchFamily="50" charset="0"/>
                <a:ea typeface="MiSans"/>
              </a:rPr>
              <a:t>Медианный сценарий </a:t>
            </a:r>
            <a:r>
              <a:rPr lang="ru-RU" sz="1300" noProof="1">
                <a:latin typeface="HSE Sans" panose="02000000000000000000" pitchFamily="50" charset="0"/>
                <a:ea typeface="MiSans"/>
              </a:rPr>
              <a:t>— все характеристики заданы на медианном уровне.</a:t>
            </a:r>
            <a:endParaRPr lang="ru-RU" sz="1300" noProof="1">
              <a:latin typeface="HSE Sans" panose="02000000000000000000" pitchFamily="50" charset="0"/>
            </a:endParaRPr>
          </a:p>
          <a:p>
            <a:pPr>
              <a:lnSpc>
                <a:spcPct val="120000"/>
              </a:lnSpc>
              <a:spcBef>
                <a:spcPts val="800"/>
              </a:spcBef>
              <a:spcAft>
                <a:spcPts val="800"/>
              </a:spcAft>
            </a:pPr>
            <a:endParaRPr lang="en-US" sz="1300" noProof="1">
              <a:latin typeface="HSE Sans" panose="02000000000000000000" pitchFamily="50" charset="0"/>
            </a:endParaRPr>
          </a:p>
        </p:txBody>
      </p:sp>
      <p:sp>
        <p:nvSpPr>
          <p:cNvPr id="7" name="TextBox 6">
            <a:extLst>
              <a:ext uri="{FF2B5EF4-FFF2-40B4-BE49-F238E27FC236}">
                <a16:creationId xmlns:a16="http://schemas.microsoft.com/office/drawing/2014/main" id="{9475D7C3-E2DF-132B-BE99-D9B55DCD21B2}"/>
              </a:ext>
            </a:extLst>
          </p:cNvPr>
          <p:cNvSpPr txBox="1"/>
          <p:nvPr/>
        </p:nvSpPr>
        <p:spPr>
          <a:xfrm>
            <a:off x="9114830" y="5712291"/>
            <a:ext cx="2616727" cy="798680"/>
          </a:xfrm>
          <a:prstGeom prst="rect">
            <a:avLst/>
          </a:prstGeom>
          <a:noFill/>
        </p:spPr>
        <p:txBody>
          <a:bodyPr wrap="square">
            <a:spAutoFit/>
          </a:bodyPr>
          <a:lstStyle/>
          <a:p>
            <a:pPr>
              <a:lnSpc>
                <a:spcPct val="120000"/>
              </a:lnSpc>
              <a:spcBef>
                <a:spcPts val="800"/>
              </a:spcBef>
              <a:spcAft>
                <a:spcPts val="600"/>
              </a:spcAft>
            </a:pPr>
            <a:r>
              <a:rPr lang="ru-RU" sz="1300" b="1" noProof="1">
                <a:latin typeface="HSE Sans" panose="02000000000000000000" pitchFamily="50" charset="0"/>
              </a:rPr>
              <a:t>Среднее по 20 импутациям; усы: </a:t>
            </a:r>
            <a:r>
              <a:rPr lang="ru-RU" sz="1300" noProof="1">
                <a:latin typeface="HSE Sans" panose="02000000000000000000" pitchFamily="50" charset="0"/>
              </a:rPr>
              <a:t>mean ± 1,96 SD между импутациями.</a:t>
            </a:r>
          </a:p>
        </p:txBody>
      </p:sp>
    </p:spTree>
    <p:extLst>
      <p:ext uri="{BB962C8B-B14F-4D97-AF65-F5344CB8AC3E}">
        <p14:creationId xmlns:p14="http://schemas.microsoft.com/office/powerpoint/2010/main" val="3030502197"/>
      </p:ext>
    </p:extLst>
  </p:cSld>
  <p:clrMapOvr>
    <a:masterClrMapping/>
  </p:clrMapOvr>
  <mc:AlternateContent xmlns:mc="http://schemas.openxmlformats.org/markup-compatibility/2006">
    <mc:Choice xmlns:p14="http://schemas.microsoft.com/office/powerpoint/2010/main" Requires="p14">
      <p:transition p14:dur="0" advClick="0" advTm="26000"/>
    </mc:Choice>
    <mc:Fallback>
      <p:transition advClick="0" advTm="26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Заголовок 2">
            <a:extLst>
              <a:ext uri="{FF2B5EF4-FFF2-40B4-BE49-F238E27FC236}">
                <a16:creationId xmlns:a16="http://schemas.microsoft.com/office/drawing/2014/main" id="{8219D05C-99A7-9C48-B903-118CF3BA60CA}"/>
              </a:ext>
            </a:extLst>
          </p:cNvPr>
          <p:cNvSpPr>
            <a:spLocks noGrp="1"/>
          </p:cNvSpPr>
          <p:nvPr>
            <p:ph type="title"/>
          </p:nvPr>
        </p:nvSpPr>
        <p:spPr>
          <a:xfrm>
            <a:off x="585897" y="1253232"/>
            <a:ext cx="10182622" cy="945214"/>
          </a:xfrm>
        </p:spPr>
        <p:txBody>
          <a:bodyPr>
            <a:normAutofit/>
          </a:bodyPr>
          <a:lstStyle/>
          <a:p>
            <a:r>
              <a:rPr lang="ru-RU" sz="2600" dirty="0"/>
              <a:t>Робастность: вывод устойчив к самочувствию, кодированию целевой и составу выборки</a:t>
            </a:r>
          </a:p>
        </p:txBody>
      </p:sp>
      <p:sp>
        <p:nvSpPr>
          <p:cNvPr id="5" name="Текст 4">
            <a:extLst>
              <a:ext uri="{FF2B5EF4-FFF2-40B4-BE49-F238E27FC236}">
                <a16:creationId xmlns:a16="http://schemas.microsoft.com/office/drawing/2014/main" id="{C612FDF3-830C-8745-A254-C8DF29B6C387}"/>
              </a:ext>
            </a:extLst>
          </p:cNvPr>
          <p:cNvSpPr>
            <a:spLocks noGrp="1"/>
          </p:cNvSpPr>
          <p:nvPr>
            <p:ph type="body" sz="quarter" idx="13"/>
          </p:nvPr>
        </p:nvSpPr>
        <p:spPr>
          <a:xfrm>
            <a:off x="1143690" y="641332"/>
            <a:ext cx="1380436" cy="222884"/>
          </a:xfrm>
        </p:spPr>
        <p:txBody>
          <a:bodyPr/>
          <a:lstStyle/>
          <a:p>
            <a:r>
              <a:rPr lang="ru-RU" sz="1000" dirty="0">
                <a:latin typeface="HSE Sans" panose="02000000000000000000" pitchFamily="50" charset="0"/>
              </a:rPr>
              <a:t>ХАКАТОН </a:t>
            </a:r>
            <a:r>
              <a:rPr lang="ru-RU" dirty="0">
                <a:latin typeface="HSE Sans" panose="02000000000000000000" pitchFamily="50" charset="0"/>
              </a:rPr>
              <a:t>ИВО </a:t>
            </a:r>
            <a:r>
              <a:rPr lang="ru-RU" sz="1000" dirty="0">
                <a:latin typeface="HSE Sans" panose="02000000000000000000" pitchFamily="50" charset="0"/>
              </a:rPr>
              <a:t>· 2026</a:t>
            </a:r>
            <a:endParaRPr lang="ru-RU" dirty="0"/>
          </a:p>
        </p:txBody>
      </p:sp>
      <p:sp>
        <p:nvSpPr>
          <p:cNvPr id="8" name="Текст 4">
            <a:extLst>
              <a:ext uri="{FF2B5EF4-FFF2-40B4-BE49-F238E27FC236}">
                <a16:creationId xmlns:a16="http://schemas.microsoft.com/office/drawing/2014/main" id="{A247BE6E-9298-A80D-DCEF-491B5C6F2191}"/>
              </a:ext>
            </a:extLst>
          </p:cNvPr>
          <p:cNvSpPr txBox="1">
            <a:spLocks/>
          </p:cNvSpPr>
          <p:nvPr/>
        </p:nvSpPr>
        <p:spPr>
          <a:xfrm>
            <a:off x="2901153" y="637396"/>
            <a:ext cx="1380436" cy="222884"/>
          </a:xfrm>
          <a:prstGeom prst="rect">
            <a:avLst/>
          </a:prstGeom>
        </p:spPr>
        <p:txBody>
          <a:bodyPr lIns="0" tIns="0" rIns="0" bIns="0">
            <a:noAutofit/>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sz="1000" b="0" i="0" kern="1200">
                <a:solidFill>
                  <a:schemeClr val="tx1"/>
                </a:solidFill>
                <a:latin typeface="HSE Sans" panose="02000000000000000000" pitchFamily="2" charset="0"/>
                <a:ea typeface="+mn-ea"/>
                <a:cs typeface="+mn-cs"/>
              </a:defRPr>
            </a:lvl1pPr>
            <a:lvl2pPr marL="4572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2pPr>
            <a:lvl3pPr marL="9144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3pPr>
            <a:lvl4pPr marL="13716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4pPr>
            <a:lvl5pPr marL="18288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ru-RU" dirty="0">
                <a:latin typeface="HSE Sans" panose="02000000000000000000" pitchFamily="50" charset="0"/>
              </a:rPr>
              <a:t>РОБАСТНОСТЬ</a:t>
            </a:r>
          </a:p>
        </p:txBody>
      </p:sp>
      <p:pic>
        <p:nvPicPr>
          <p:cNvPr id="9" name="Рисунок 8" descr="Изображение выглядит как текст, снимок экрана, Шрифт, число&#10;&#10;Контент, сгенерированный ИИ, может содержать ошибки.">
            <a:extLst>
              <a:ext uri="{FF2B5EF4-FFF2-40B4-BE49-F238E27FC236}">
                <a16:creationId xmlns:a16="http://schemas.microsoft.com/office/drawing/2014/main" id="{C53950D8-4C4D-A971-D98D-83D077342A82}"/>
              </a:ext>
            </a:extLst>
          </p:cNvPr>
          <p:cNvPicPr>
            <a:picLocks noChangeAspect="1"/>
          </p:cNvPicPr>
          <p:nvPr/>
        </p:nvPicPr>
        <p:blipFill>
          <a:blip r:embed="rId2"/>
          <a:stretch>
            <a:fillRect/>
          </a:stretch>
        </p:blipFill>
        <p:spPr>
          <a:xfrm>
            <a:off x="137658" y="2194894"/>
            <a:ext cx="8595377" cy="4091948"/>
          </a:xfrm>
          <a:prstGeom prst="rect">
            <a:avLst/>
          </a:prstGeom>
        </p:spPr>
      </p:pic>
      <p:sp>
        <p:nvSpPr>
          <p:cNvPr id="10" name="side-body">
            <a:extLst>
              <a:ext uri="{FF2B5EF4-FFF2-40B4-BE49-F238E27FC236}">
                <a16:creationId xmlns:a16="http://schemas.microsoft.com/office/drawing/2014/main" id="{29E707F3-35C2-DCD2-5839-EE7F21F7C2BF}"/>
              </a:ext>
            </a:extLst>
          </p:cNvPr>
          <p:cNvSpPr txBox="1"/>
          <p:nvPr/>
        </p:nvSpPr>
        <p:spPr>
          <a:xfrm>
            <a:off x="8362619" y="2180692"/>
            <a:ext cx="3427303" cy="3553022"/>
          </a:xfrm>
          <a:prstGeom prst="rect">
            <a:avLst/>
          </a:prstGeom>
          <a:noFill/>
          <a:ln>
            <a:noFill/>
          </a:ln>
        </p:spPr>
        <p:txBody>
          <a:bodyPr wrap="square" lIns="0" tIns="0" rIns="0" bIns="0" rtlCol="0"/>
          <a:lstStyle/>
          <a:p>
            <a:pPr>
              <a:lnSpc>
                <a:spcPct val="120000"/>
              </a:lnSpc>
              <a:spcAft>
                <a:spcPts val="1200"/>
              </a:spcAft>
            </a:pPr>
            <a:r>
              <a:rPr lang="ru-RU" sz="1250" b="1" noProof="1">
                <a:latin typeface="HSE Sans" panose="02000000000000000000" pitchFamily="50" charset="0"/>
                <a:ea typeface="MiSans"/>
              </a:rPr>
              <a:t>PHQ-8</a:t>
            </a:r>
            <a:r>
              <a:rPr lang="ru-RU" sz="1250" noProof="1">
                <a:latin typeface="HSE Sans" panose="02000000000000000000" pitchFamily="50" charset="0"/>
                <a:ea typeface="MiSans"/>
              </a:rPr>
              <a:t> </a:t>
            </a:r>
            <a:r>
              <a:rPr lang="ru-RU" sz="1250" b="1" noProof="1">
                <a:latin typeface="HSE Sans" panose="02000000000000000000" pitchFamily="50" charset="0"/>
                <a:ea typeface="MiSans"/>
              </a:rPr>
              <a:t>ослабляет ключевые связи среды на 2–16%, связи руководства почти не меняются</a:t>
            </a:r>
            <a:r>
              <a:rPr lang="ru-RU" sz="1250" noProof="1">
                <a:latin typeface="HSE Sans" panose="02000000000000000000" pitchFamily="50" charset="0"/>
                <a:ea typeface="MiSans"/>
              </a:rPr>
              <a:t>; показанные связи значимы (p &lt; 0,001): </a:t>
            </a:r>
            <a:r>
              <a:rPr lang="ru-RU" sz="1250" b="1" noProof="1">
                <a:latin typeface="HSE Sans" panose="02000000000000000000" pitchFamily="50" charset="0"/>
                <a:ea typeface="MiSans"/>
              </a:rPr>
              <a:t>среда не сводится к самочувствию аспиранта.</a:t>
            </a:r>
          </a:p>
          <a:p>
            <a:pPr>
              <a:lnSpc>
                <a:spcPct val="120000"/>
              </a:lnSpc>
              <a:spcAft>
                <a:spcPts val="1200"/>
              </a:spcAft>
            </a:pPr>
            <a:r>
              <a:rPr lang="ru-RU" sz="1250" noProof="1">
                <a:latin typeface="HSE Sans" panose="02000000000000000000" pitchFamily="50" charset="0"/>
                <a:ea typeface="MiSans"/>
              </a:rPr>
              <a:t>Порядковая модель исходной 4-балльной целевой </a:t>
            </a:r>
            <a:r>
              <a:rPr lang="ru-RU" sz="1250" b="1" noProof="1">
                <a:latin typeface="HSE Sans" panose="02000000000000000000" pitchFamily="50" charset="0"/>
                <a:ea typeface="MiSans"/>
              </a:rPr>
              <a:t>воспроизводит рейтинг блоков</a:t>
            </a:r>
            <a:r>
              <a:rPr lang="ru-RU" sz="1250" noProof="1">
                <a:latin typeface="HSE Sans" panose="02000000000000000000" pitchFamily="50" charset="0"/>
                <a:ea typeface="MiSans"/>
              </a:rPr>
              <a:t>. Модель без S-индексов на всех наблюдениях с непустой целевой (n = 4631; 20 импутаций) сохраняет основные связи E/L: </a:t>
            </a:r>
            <a:r>
              <a:rPr lang="ru-RU" sz="1250" b="1" noProof="1">
                <a:latin typeface="HSE Sans" panose="02000000000000000000" pitchFamily="50" charset="0"/>
                <a:ea typeface="MiSans"/>
              </a:rPr>
              <a:t>выводы устойчивы к кодированию целевой и составу выборки.</a:t>
            </a:r>
          </a:p>
          <a:p>
            <a:pPr>
              <a:lnSpc>
                <a:spcPct val="120000"/>
              </a:lnSpc>
              <a:spcAft>
                <a:spcPts val="1200"/>
              </a:spcAft>
            </a:pPr>
            <a:r>
              <a:rPr lang="ru-RU" sz="1250" b="1" noProof="1">
                <a:latin typeface="HSE Sans" panose="02000000000000000000" pitchFamily="50" charset="0"/>
                <a:ea typeface="MiSans"/>
              </a:rPr>
              <a:t>ICC: </a:t>
            </a:r>
            <a:r>
              <a:rPr lang="ru-RU" sz="1250" noProof="1">
                <a:latin typeface="HSE Sans" panose="02000000000000000000" pitchFamily="50" charset="0"/>
                <a:ea typeface="MiSans"/>
              </a:rPr>
              <a:t>0,031 (нуль-модель), 0,017 (полная); </a:t>
            </a:r>
            <a:r>
              <a:rPr lang="ru-RU" sz="1250" b="1" noProof="1">
                <a:latin typeface="HSE Sans" panose="02000000000000000000" pitchFamily="50" charset="0"/>
                <a:ea typeface="MiSans"/>
              </a:rPr>
              <a:t>ключевые связи E/S сохраняются при кластерно-робастных SE.</a:t>
            </a:r>
            <a:endParaRPr lang="en-US" sz="1250" noProof="1">
              <a:latin typeface="HSE Sans" panose="02000000000000000000" pitchFamily="50" charset="0"/>
            </a:endParaRPr>
          </a:p>
        </p:txBody>
      </p:sp>
      <p:sp>
        <p:nvSpPr>
          <p:cNvPr id="11" name="footer-left">
            <a:extLst>
              <a:ext uri="{FF2B5EF4-FFF2-40B4-BE49-F238E27FC236}">
                <a16:creationId xmlns:a16="http://schemas.microsoft.com/office/drawing/2014/main" id="{583B0277-B4D6-BD8E-FCEF-D1C94770BBA9}"/>
              </a:ext>
            </a:extLst>
          </p:cNvPr>
          <p:cNvSpPr txBox="1"/>
          <p:nvPr/>
        </p:nvSpPr>
        <p:spPr>
          <a:xfrm>
            <a:off x="7895690" y="6301044"/>
            <a:ext cx="3894232" cy="209688"/>
          </a:xfrm>
          <a:prstGeom prst="rect">
            <a:avLst/>
          </a:prstGeom>
          <a:noFill/>
          <a:ln>
            <a:noFill/>
          </a:ln>
        </p:spPr>
        <p:txBody>
          <a:bodyPr wrap="none" lIns="0" tIns="0" rIns="0" bIns="0" rtlCol="0"/>
          <a:lstStyle/>
          <a:p>
            <a:pPr>
              <a:lnSpc>
                <a:spcPct val="120000"/>
              </a:lnSpc>
            </a:pPr>
            <a:r>
              <a:rPr lang="en-US" sz="1300" b="1" noProof="1">
                <a:latin typeface="HSE Sans" panose="02000000000000000000" pitchFamily="50" charset="0"/>
                <a:ea typeface="MiSans"/>
              </a:rPr>
              <a:t>Полная модель + PHQ-8 (сумма), </a:t>
            </a:r>
            <a:r>
              <a:rPr lang="en-US" sz="1300" noProof="1">
                <a:latin typeface="HSE Sans" panose="02000000000000000000" pitchFamily="50" charset="0"/>
                <a:ea typeface="MiSans"/>
              </a:rPr>
              <a:t>OR за балл шкалы</a:t>
            </a:r>
            <a:endParaRPr lang="en-US" sz="1300" noProof="1">
              <a:latin typeface="HSE Sans" panose="02000000000000000000" pitchFamily="50" charset="0"/>
            </a:endParaRPr>
          </a:p>
        </p:txBody>
      </p:sp>
    </p:spTree>
    <p:extLst>
      <p:ext uri="{BB962C8B-B14F-4D97-AF65-F5344CB8AC3E}">
        <p14:creationId xmlns:p14="http://schemas.microsoft.com/office/powerpoint/2010/main" val="2208210420"/>
      </p:ext>
    </p:extLst>
  </p:cSld>
  <p:clrMapOvr>
    <a:masterClrMapping/>
  </p:clrMapOvr>
  <mc:AlternateContent xmlns:mc="http://schemas.openxmlformats.org/markup-compatibility/2006">
    <mc:Choice xmlns:p14="http://schemas.microsoft.com/office/powerpoint/2010/main" Requires="p14">
      <p:transition p14:dur="0" advClick="0" advTm="26000"/>
    </mc:Choice>
    <mc:Fallback>
      <p:transition advClick="0" advTm="26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Заголовок 2">
            <a:extLst>
              <a:ext uri="{FF2B5EF4-FFF2-40B4-BE49-F238E27FC236}">
                <a16:creationId xmlns:a16="http://schemas.microsoft.com/office/drawing/2014/main" id="{8219D05C-99A7-9C48-B903-118CF3BA60CA}"/>
              </a:ext>
            </a:extLst>
          </p:cNvPr>
          <p:cNvSpPr>
            <a:spLocks noGrp="1"/>
          </p:cNvSpPr>
          <p:nvPr>
            <p:ph type="title"/>
          </p:nvPr>
        </p:nvSpPr>
        <p:spPr>
          <a:xfrm>
            <a:off x="585897" y="1369967"/>
            <a:ext cx="11223481" cy="828482"/>
          </a:xfrm>
        </p:spPr>
        <p:txBody>
          <a:bodyPr>
            <a:normAutofit/>
          </a:bodyPr>
          <a:lstStyle/>
          <a:p>
            <a:r>
              <a:rPr lang="ru-RU" sz="2600" dirty="0"/>
              <a:t>Проверка гипотез</a:t>
            </a:r>
          </a:p>
        </p:txBody>
      </p:sp>
      <p:sp>
        <p:nvSpPr>
          <p:cNvPr id="5" name="Текст 4">
            <a:extLst>
              <a:ext uri="{FF2B5EF4-FFF2-40B4-BE49-F238E27FC236}">
                <a16:creationId xmlns:a16="http://schemas.microsoft.com/office/drawing/2014/main" id="{C612FDF3-830C-8745-A254-C8DF29B6C387}"/>
              </a:ext>
            </a:extLst>
          </p:cNvPr>
          <p:cNvSpPr>
            <a:spLocks noGrp="1"/>
          </p:cNvSpPr>
          <p:nvPr>
            <p:ph type="body" sz="quarter" idx="13"/>
          </p:nvPr>
        </p:nvSpPr>
        <p:spPr>
          <a:xfrm>
            <a:off x="1143690" y="641332"/>
            <a:ext cx="1380436" cy="222884"/>
          </a:xfrm>
        </p:spPr>
        <p:txBody>
          <a:bodyPr/>
          <a:lstStyle/>
          <a:p>
            <a:r>
              <a:rPr lang="ru-RU" sz="1000" dirty="0">
                <a:latin typeface="HSE Sans" panose="02000000000000000000" pitchFamily="50" charset="0"/>
              </a:rPr>
              <a:t>ХАКАТОН </a:t>
            </a:r>
            <a:r>
              <a:rPr lang="ru-RU" dirty="0">
                <a:latin typeface="HSE Sans" panose="02000000000000000000" pitchFamily="50" charset="0"/>
              </a:rPr>
              <a:t>ИВО </a:t>
            </a:r>
            <a:r>
              <a:rPr lang="ru-RU" sz="1000" dirty="0">
                <a:latin typeface="HSE Sans" panose="02000000000000000000" pitchFamily="50" charset="0"/>
              </a:rPr>
              <a:t>· 2026</a:t>
            </a:r>
            <a:endParaRPr lang="ru-RU" dirty="0"/>
          </a:p>
        </p:txBody>
      </p:sp>
      <p:sp>
        <p:nvSpPr>
          <p:cNvPr id="8" name="Текст 4">
            <a:extLst>
              <a:ext uri="{FF2B5EF4-FFF2-40B4-BE49-F238E27FC236}">
                <a16:creationId xmlns:a16="http://schemas.microsoft.com/office/drawing/2014/main" id="{A247BE6E-9298-A80D-DCEF-491B5C6F2191}"/>
              </a:ext>
            </a:extLst>
          </p:cNvPr>
          <p:cNvSpPr txBox="1">
            <a:spLocks/>
          </p:cNvSpPr>
          <p:nvPr/>
        </p:nvSpPr>
        <p:spPr>
          <a:xfrm>
            <a:off x="2901153" y="637396"/>
            <a:ext cx="1380436" cy="222884"/>
          </a:xfrm>
          <a:prstGeom prst="rect">
            <a:avLst/>
          </a:prstGeom>
        </p:spPr>
        <p:txBody>
          <a:bodyPr lIns="0" tIns="0" rIns="0" bIns="0">
            <a:noAutofit/>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sz="1000" b="0" i="0" kern="1200">
                <a:solidFill>
                  <a:schemeClr val="tx1"/>
                </a:solidFill>
                <a:latin typeface="HSE Sans" panose="02000000000000000000" pitchFamily="2" charset="0"/>
                <a:ea typeface="+mn-ea"/>
                <a:cs typeface="+mn-cs"/>
              </a:defRPr>
            </a:lvl1pPr>
            <a:lvl2pPr marL="4572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2pPr>
            <a:lvl3pPr marL="9144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3pPr>
            <a:lvl4pPr marL="13716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4pPr>
            <a:lvl5pPr marL="18288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ru-RU" dirty="0">
                <a:latin typeface="HSE Sans" panose="02000000000000000000" pitchFamily="50" charset="0"/>
              </a:rPr>
              <a:t>ГИПОТЕЗЫ</a:t>
            </a:r>
          </a:p>
        </p:txBody>
      </p:sp>
      <p:sp>
        <p:nvSpPr>
          <p:cNvPr id="7" name="Текст 3">
            <a:extLst>
              <a:ext uri="{FF2B5EF4-FFF2-40B4-BE49-F238E27FC236}">
                <a16:creationId xmlns:a16="http://schemas.microsoft.com/office/drawing/2014/main" id="{04E0D635-76F2-5B9E-18F2-20EE4D5F4474}"/>
              </a:ext>
            </a:extLst>
          </p:cNvPr>
          <p:cNvSpPr>
            <a:spLocks noGrp="1"/>
          </p:cNvSpPr>
          <p:nvPr>
            <p:ph type="body" sz="quarter" idx="12"/>
          </p:nvPr>
        </p:nvSpPr>
        <p:spPr>
          <a:xfrm>
            <a:off x="585897" y="2312415"/>
            <a:ext cx="5245561" cy="4030013"/>
          </a:xfrm>
        </p:spPr>
        <p:txBody>
          <a:bodyPr>
            <a:noAutofit/>
          </a:bodyPr>
          <a:lstStyle/>
          <a:p>
            <a:pPr>
              <a:lnSpc>
                <a:spcPct val="120000"/>
              </a:lnSpc>
              <a:spcBef>
                <a:spcPts val="0"/>
              </a:spcBef>
              <a:spcAft>
                <a:spcPts val="1200"/>
              </a:spcAft>
            </a:pPr>
            <a:r>
              <a:rPr lang="ru-RU" sz="1400" b="1" dirty="0"/>
              <a:t>H1. Среда и руководство весят больше, чем обстоятельства (при контроле демографии и мотивации)</a:t>
            </a:r>
          </a:p>
          <a:p>
            <a:pPr>
              <a:lnSpc>
                <a:spcPct val="120000"/>
              </a:lnSpc>
              <a:spcBef>
                <a:spcPts val="0"/>
              </a:spcBef>
              <a:spcAft>
                <a:spcPts val="1200"/>
              </a:spcAft>
            </a:pPr>
            <a:r>
              <a:rPr lang="ru-RU" sz="1400" b="1" dirty="0"/>
              <a:t>✔ Подтвердилась. </a:t>
            </a:r>
            <a:r>
              <a:rPr lang="ru-RU" sz="1400" dirty="0"/>
              <a:t>Уникальный вклад G1 = 63% полного Tjur R² против 6% у G2; LMG-рейтинг: среда 50% + руководство 24% против 10% у обстоятельств;</a:t>
            </a:r>
          </a:p>
          <a:p>
            <a:pPr>
              <a:lnSpc>
                <a:spcPct val="120000"/>
              </a:lnSpc>
              <a:spcBef>
                <a:spcPts val="0"/>
              </a:spcBef>
              <a:spcAft>
                <a:spcPts val="1200"/>
              </a:spcAft>
            </a:pPr>
            <a:endParaRPr lang="ru-RU" sz="1400" dirty="0"/>
          </a:p>
          <a:p>
            <a:pPr>
              <a:lnSpc>
                <a:spcPct val="120000"/>
              </a:lnSpc>
              <a:spcBef>
                <a:spcPts val="0"/>
              </a:spcBef>
              <a:spcAft>
                <a:spcPts val="1200"/>
              </a:spcAft>
            </a:pPr>
            <a:r>
              <a:rPr lang="ru-RU" sz="1400" b="1" dirty="0"/>
              <a:t>H2. Работа вне вуза и низкий доход повышают риск, а связь работы с диссертацией снижает его.</a:t>
            </a:r>
          </a:p>
          <a:p>
            <a:pPr>
              <a:lnSpc>
                <a:spcPct val="120000"/>
              </a:lnSpc>
              <a:spcBef>
                <a:spcPts val="0"/>
              </a:spcBef>
              <a:spcAft>
                <a:spcPts val="1200"/>
              </a:spcAft>
            </a:pPr>
            <a:r>
              <a:rPr lang="ru-RU" sz="1400" b="1" dirty="0"/>
              <a:t>◐ Подтвердилась частично. </a:t>
            </a:r>
            <a:r>
              <a:rPr lang="ru-RU" sz="1400" dirty="0"/>
              <a:t>Работа вне вуза и низкий доход сами по себе риска не добавляют; но более тесная связь работы с темой диссертации связана с меньшими шансами намерения уйти: OR = 0,87 вне вуза и 0,88 в вузе.</a:t>
            </a:r>
          </a:p>
        </p:txBody>
      </p:sp>
      <p:sp>
        <p:nvSpPr>
          <p:cNvPr id="14" name="Текст 3">
            <a:extLst>
              <a:ext uri="{FF2B5EF4-FFF2-40B4-BE49-F238E27FC236}">
                <a16:creationId xmlns:a16="http://schemas.microsoft.com/office/drawing/2014/main" id="{BC78DF6B-E651-EB08-0692-A3AE929AA5B9}"/>
              </a:ext>
            </a:extLst>
          </p:cNvPr>
          <p:cNvSpPr txBox="1">
            <a:spLocks/>
          </p:cNvSpPr>
          <p:nvPr/>
        </p:nvSpPr>
        <p:spPr>
          <a:xfrm>
            <a:off x="6360542" y="2312415"/>
            <a:ext cx="5245561" cy="4030013"/>
          </a:xfrm>
          <a:prstGeom prst="rect">
            <a:avLst/>
          </a:prstGeom>
        </p:spPr>
        <p:txBody>
          <a:bodyPr lIns="0" tIns="0" rIns="0">
            <a:noAutofit/>
          </a:bodyPr>
          <a:lstStyle>
            <a:lvl1pPr marL="0" marR="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sz="1300" b="0" i="0" kern="1200">
                <a:solidFill>
                  <a:srgbClr val="0E2D69"/>
                </a:solidFill>
                <a:latin typeface="HSE Sans" panose="02000000000000000000" pitchFamily="2" charset="0"/>
                <a:ea typeface="+mn-ea"/>
                <a:cs typeface="+mn-cs"/>
              </a:defRPr>
            </a:lvl1pPr>
            <a:lvl2pPr marL="457200" indent="0" algn="l" defTabSz="914400" rtl="0" eaLnBrk="1" latinLnBrk="0" hangingPunct="1">
              <a:lnSpc>
                <a:spcPct val="100000"/>
              </a:lnSpc>
              <a:spcBef>
                <a:spcPts val="1000"/>
              </a:spcBef>
              <a:buFont typeface="Arial" panose="020B0604020202020204" pitchFamily="34" charset="0"/>
              <a:buNone/>
              <a:defRPr sz="1300" b="0" i="0" kern="1200">
                <a:solidFill>
                  <a:srgbClr val="0E2D69"/>
                </a:solidFill>
                <a:latin typeface="HSE Sans" panose="02000000000000000000" pitchFamily="2" charset="0"/>
                <a:ea typeface="+mn-ea"/>
                <a:cs typeface="+mn-cs"/>
              </a:defRPr>
            </a:lvl2pPr>
            <a:lvl3pPr marL="914400" indent="0" algn="l" defTabSz="914400" rtl="0" eaLnBrk="1" latinLnBrk="0" hangingPunct="1">
              <a:lnSpc>
                <a:spcPct val="100000"/>
              </a:lnSpc>
              <a:spcBef>
                <a:spcPts val="1000"/>
              </a:spcBef>
              <a:buFont typeface="Arial" panose="020B0604020202020204" pitchFamily="34" charset="0"/>
              <a:buNone/>
              <a:defRPr sz="1300" b="0" i="0" kern="1200">
                <a:solidFill>
                  <a:srgbClr val="0E2D69"/>
                </a:solidFill>
                <a:latin typeface="HSE Sans" panose="02000000000000000000" pitchFamily="2" charset="0"/>
                <a:ea typeface="+mn-ea"/>
                <a:cs typeface="+mn-cs"/>
              </a:defRPr>
            </a:lvl3pPr>
            <a:lvl4pPr marL="1371600" indent="0" algn="l" defTabSz="914400" rtl="0" eaLnBrk="1" latinLnBrk="0" hangingPunct="1">
              <a:lnSpc>
                <a:spcPct val="100000"/>
              </a:lnSpc>
              <a:spcBef>
                <a:spcPts val="1000"/>
              </a:spcBef>
              <a:buFont typeface="Arial" panose="020B0604020202020204" pitchFamily="34" charset="0"/>
              <a:buNone/>
              <a:defRPr sz="1300" b="0" i="0" kern="1200">
                <a:solidFill>
                  <a:srgbClr val="0E2D69"/>
                </a:solidFill>
                <a:latin typeface="HSE Sans" panose="02000000000000000000" pitchFamily="2" charset="0"/>
                <a:ea typeface="+mn-ea"/>
                <a:cs typeface="+mn-cs"/>
              </a:defRPr>
            </a:lvl4pPr>
            <a:lvl5pPr marL="1828800" indent="0" algn="l" defTabSz="914400" rtl="0" eaLnBrk="1" latinLnBrk="0" hangingPunct="1">
              <a:lnSpc>
                <a:spcPct val="100000"/>
              </a:lnSpc>
              <a:spcBef>
                <a:spcPts val="1000"/>
              </a:spcBef>
              <a:buFont typeface="Arial" panose="020B0604020202020204" pitchFamily="34" charset="0"/>
              <a:buNone/>
              <a:defRPr sz="1300" b="0" i="0" kern="1200">
                <a:solidFill>
                  <a:srgbClr val="0E2D69"/>
                </a:solidFill>
                <a:latin typeface="HSE Sans" panose="02000000000000000000"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20000"/>
              </a:lnSpc>
              <a:spcBef>
                <a:spcPts val="0"/>
              </a:spcBef>
              <a:spcAft>
                <a:spcPts val="1200"/>
              </a:spcAft>
            </a:pPr>
            <a:r>
              <a:rPr lang="ru-RU" sz="1400" b="1" dirty="0"/>
              <a:t>H3. Депрессивная симптоматика (PHQ-8) перехватывает часть эффекта среды</a:t>
            </a:r>
          </a:p>
          <a:p>
            <a:pPr>
              <a:lnSpc>
                <a:spcPct val="120000"/>
              </a:lnSpc>
              <a:spcBef>
                <a:spcPts val="0"/>
              </a:spcBef>
              <a:spcAft>
                <a:spcPts val="1200"/>
              </a:spcAft>
            </a:pPr>
            <a:r>
              <a:rPr lang="ru-RU" sz="1400" b="1" dirty="0"/>
              <a:t>◐ Подтвердилась частично. </a:t>
            </a:r>
            <a:r>
              <a:rPr lang="ru-RU" sz="1400" dirty="0"/>
              <a:t>Ключевые связи среды ослабевают на 2–16%, связи руководства почти не меняются; при этом уникальная доля G1 снижается на 23%. Это ассоциация, не доказанная медиация.</a:t>
            </a:r>
          </a:p>
          <a:p>
            <a:pPr>
              <a:lnSpc>
                <a:spcPct val="120000"/>
              </a:lnSpc>
              <a:spcBef>
                <a:spcPts val="0"/>
              </a:spcBef>
              <a:spcAft>
                <a:spcPts val="1200"/>
              </a:spcAft>
            </a:pPr>
            <a:endParaRPr lang="ru-RU" sz="1400" b="1" dirty="0"/>
          </a:p>
          <a:p>
            <a:pPr>
              <a:lnSpc>
                <a:spcPct val="120000"/>
              </a:lnSpc>
              <a:spcBef>
                <a:spcPts val="0"/>
              </a:spcBef>
              <a:spcAft>
                <a:spcPts val="1200"/>
              </a:spcAft>
            </a:pPr>
            <a:r>
              <a:rPr lang="ru-RU" sz="1400" b="1" dirty="0"/>
              <a:t>H4. Эффект руководителя сильнее у поступавших «в науку»</a:t>
            </a:r>
          </a:p>
          <a:p>
            <a:pPr>
              <a:lnSpc>
                <a:spcPct val="120000"/>
              </a:lnSpc>
              <a:spcBef>
                <a:spcPts val="0"/>
              </a:spcBef>
              <a:spcAft>
                <a:spcPts val="1200"/>
              </a:spcAft>
            </a:pPr>
            <a:r>
              <a:rPr lang="ru-RU" sz="1400" b="1" dirty="0"/>
              <a:t>✖ Не подтвердилась. </a:t>
            </a:r>
            <a:r>
              <a:rPr lang="ru-RU" sz="1400" dirty="0"/>
              <a:t>Взаимодействие «удовлетворённость × академическая цель» незначимо (p = 0,33); при низкой удовлетворённости прогнозы описательно близки: 27,1% и 27,6%; равенство эффектов не доказано.</a:t>
            </a:r>
          </a:p>
          <a:p>
            <a:pPr>
              <a:lnSpc>
                <a:spcPct val="120000"/>
              </a:lnSpc>
              <a:spcBef>
                <a:spcPts val="0"/>
              </a:spcBef>
              <a:spcAft>
                <a:spcPts val="1200"/>
              </a:spcAft>
            </a:pPr>
            <a:endParaRPr lang="ru-RU" sz="1400" dirty="0"/>
          </a:p>
        </p:txBody>
      </p:sp>
    </p:spTree>
    <p:extLst>
      <p:ext uri="{BB962C8B-B14F-4D97-AF65-F5344CB8AC3E}">
        <p14:creationId xmlns:p14="http://schemas.microsoft.com/office/powerpoint/2010/main" val="110926946"/>
      </p:ext>
    </p:extLst>
  </p:cSld>
  <p:clrMapOvr>
    <a:masterClrMapping/>
  </p:clrMapOvr>
  <mc:AlternateContent xmlns:mc="http://schemas.openxmlformats.org/markup-compatibility/2006">
    <mc:Choice xmlns:p14="http://schemas.microsoft.com/office/powerpoint/2010/main" Requires="p14">
      <p:transition p14:dur="0" advClick="0" advTm="26000"/>
    </mc:Choice>
    <mc:Fallback>
      <p:transition advClick="0" advTm="26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Заголовок 2">
            <a:extLst>
              <a:ext uri="{FF2B5EF4-FFF2-40B4-BE49-F238E27FC236}">
                <a16:creationId xmlns:a16="http://schemas.microsoft.com/office/drawing/2014/main" id="{8219D05C-99A7-9C48-B903-118CF3BA60CA}"/>
              </a:ext>
            </a:extLst>
          </p:cNvPr>
          <p:cNvSpPr>
            <a:spLocks noGrp="1"/>
          </p:cNvSpPr>
          <p:nvPr>
            <p:ph type="title"/>
          </p:nvPr>
        </p:nvSpPr>
        <p:spPr>
          <a:xfrm>
            <a:off x="585898" y="1447790"/>
            <a:ext cx="11020204" cy="780961"/>
          </a:xfrm>
        </p:spPr>
        <p:txBody>
          <a:bodyPr>
            <a:noAutofit/>
          </a:bodyPr>
          <a:lstStyle/>
          <a:p>
            <a:r>
              <a:rPr lang="ru-RU" sz="2600" dirty="0"/>
              <a:t>Вывод: намерение уйти связано прежде всего со средой</a:t>
            </a:r>
          </a:p>
        </p:txBody>
      </p:sp>
      <p:sp>
        <p:nvSpPr>
          <p:cNvPr id="5" name="Текст 4">
            <a:extLst>
              <a:ext uri="{FF2B5EF4-FFF2-40B4-BE49-F238E27FC236}">
                <a16:creationId xmlns:a16="http://schemas.microsoft.com/office/drawing/2014/main" id="{C612FDF3-830C-8745-A254-C8DF29B6C387}"/>
              </a:ext>
            </a:extLst>
          </p:cNvPr>
          <p:cNvSpPr>
            <a:spLocks noGrp="1"/>
          </p:cNvSpPr>
          <p:nvPr>
            <p:ph type="body" sz="quarter" idx="13"/>
          </p:nvPr>
        </p:nvSpPr>
        <p:spPr>
          <a:xfrm>
            <a:off x="1143690" y="641332"/>
            <a:ext cx="1380436" cy="222884"/>
          </a:xfrm>
        </p:spPr>
        <p:txBody>
          <a:bodyPr/>
          <a:lstStyle/>
          <a:p>
            <a:r>
              <a:rPr lang="ru-RU" sz="1000" dirty="0">
                <a:latin typeface="HSE Sans" panose="02000000000000000000" pitchFamily="50" charset="0"/>
              </a:rPr>
              <a:t>ХАКАТОН </a:t>
            </a:r>
            <a:r>
              <a:rPr lang="ru-RU" dirty="0">
                <a:latin typeface="HSE Sans" panose="02000000000000000000" pitchFamily="50" charset="0"/>
              </a:rPr>
              <a:t>ИВО </a:t>
            </a:r>
            <a:r>
              <a:rPr lang="ru-RU" sz="1000" dirty="0">
                <a:latin typeface="HSE Sans" panose="02000000000000000000" pitchFamily="50" charset="0"/>
              </a:rPr>
              <a:t>· 2026</a:t>
            </a:r>
            <a:endParaRPr lang="ru-RU" dirty="0"/>
          </a:p>
        </p:txBody>
      </p:sp>
      <p:sp>
        <p:nvSpPr>
          <p:cNvPr id="8" name="Текст 4">
            <a:extLst>
              <a:ext uri="{FF2B5EF4-FFF2-40B4-BE49-F238E27FC236}">
                <a16:creationId xmlns:a16="http://schemas.microsoft.com/office/drawing/2014/main" id="{A247BE6E-9298-A80D-DCEF-491B5C6F2191}"/>
              </a:ext>
            </a:extLst>
          </p:cNvPr>
          <p:cNvSpPr txBox="1">
            <a:spLocks/>
          </p:cNvSpPr>
          <p:nvPr/>
        </p:nvSpPr>
        <p:spPr>
          <a:xfrm>
            <a:off x="2901153" y="637396"/>
            <a:ext cx="1380436" cy="222884"/>
          </a:xfrm>
          <a:prstGeom prst="rect">
            <a:avLst/>
          </a:prstGeom>
        </p:spPr>
        <p:txBody>
          <a:bodyPr lIns="0" tIns="0" rIns="0" bIns="0">
            <a:noAutofit/>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sz="1000" b="0" i="0" kern="1200">
                <a:solidFill>
                  <a:schemeClr val="tx1"/>
                </a:solidFill>
                <a:latin typeface="HSE Sans" panose="02000000000000000000" pitchFamily="2" charset="0"/>
                <a:ea typeface="+mn-ea"/>
                <a:cs typeface="+mn-cs"/>
              </a:defRPr>
            </a:lvl1pPr>
            <a:lvl2pPr marL="4572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2pPr>
            <a:lvl3pPr marL="9144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3pPr>
            <a:lvl4pPr marL="13716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4pPr>
            <a:lvl5pPr marL="1828800" indent="0" algn="l" defTabSz="914400" rtl="0" eaLnBrk="1" latinLnBrk="0" hangingPunct="1">
              <a:lnSpc>
                <a:spcPct val="100000"/>
              </a:lnSpc>
              <a:spcBef>
                <a:spcPts val="500"/>
              </a:spcBef>
              <a:buFont typeface="Arial" panose="020B0604020202020204" pitchFamily="34" charset="0"/>
              <a:buNone/>
              <a:defRPr sz="1000" b="0" i="0" kern="1200">
                <a:solidFill>
                  <a:schemeClr val="tx1"/>
                </a:solidFill>
                <a:latin typeface="HSE Sans" panose="02000000000000000000"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ru-RU" dirty="0">
                <a:latin typeface="HSE Sans" panose="02000000000000000000" pitchFamily="50" charset="0"/>
              </a:rPr>
              <a:t>ОТВЕТ</a:t>
            </a:r>
          </a:p>
        </p:txBody>
      </p:sp>
      <p:sp>
        <p:nvSpPr>
          <p:cNvPr id="9" name="answer-text">
            <a:extLst>
              <a:ext uri="{FF2B5EF4-FFF2-40B4-BE49-F238E27FC236}">
                <a16:creationId xmlns:a16="http://schemas.microsoft.com/office/drawing/2014/main" id="{34717F77-7447-F329-6906-B2ABB9C3EB02}"/>
              </a:ext>
            </a:extLst>
          </p:cNvPr>
          <p:cNvSpPr txBox="1"/>
          <p:nvPr/>
        </p:nvSpPr>
        <p:spPr>
          <a:xfrm>
            <a:off x="585898" y="2438824"/>
            <a:ext cx="9956800" cy="2016442"/>
          </a:xfrm>
          <a:prstGeom prst="rect">
            <a:avLst/>
          </a:prstGeom>
          <a:noFill/>
          <a:ln>
            <a:noFill/>
          </a:ln>
        </p:spPr>
        <p:txBody>
          <a:bodyPr wrap="square" lIns="0" tIns="0" rIns="0" bIns="0" rtlCol="0"/>
          <a:lstStyle/>
          <a:p>
            <a:pPr>
              <a:lnSpc>
                <a:spcPct val="120000"/>
              </a:lnSpc>
              <a:spcAft>
                <a:spcPts val="1200"/>
              </a:spcAft>
            </a:pPr>
            <a:r>
              <a:rPr lang="ru-RU" sz="1500" noProof="1">
                <a:latin typeface="HSE Sans" panose="02000000000000000000" pitchFamily="50" charset="0"/>
                <a:ea typeface="MiSans"/>
              </a:rPr>
              <a:t>На вопрос «среда или жизнь» данные отвечают однозначно: уникальный вклад образовательной среды и научного руководства — </a:t>
            </a:r>
            <a:r>
              <a:rPr lang="ru-RU" sz="1500" b="1" noProof="1">
                <a:latin typeface="HSE Sans" panose="02000000000000000000" pitchFamily="50" charset="0"/>
                <a:ea typeface="MiSans"/>
              </a:rPr>
              <a:t>63%</a:t>
            </a:r>
            <a:r>
              <a:rPr lang="ru-RU" sz="1500" noProof="1">
                <a:latin typeface="HSE Sans" panose="02000000000000000000" pitchFamily="50" charset="0"/>
                <a:ea typeface="MiSans"/>
              </a:rPr>
              <a:t> полного Tjur R² против </a:t>
            </a:r>
            <a:r>
              <a:rPr lang="ru-RU" sz="1500" b="1" noProof="1">
                <a:latin typeface="HSE Sans" panose="02000000000000000000" pitchFamily="50" charset="0"/>
                <a:ea typeface="MiSans"/>
              </a:rPr>
              <a:t>6%</a:t>
            </a:r>
            <a:r>
              <a:rPr lang="ru-RU" sz="1500" noProof="1">
                <a:latin typeface="HSE Sans" panose="02000000000000000000" pitchFamily="50" charset="0"/>
                <a:ea typeface="MiSans"/>
              </a:rPr>
              <a:t> у жизненных обстоятельств;</a:t>
            </a:r>
          </a:p>
          <a:p>
            <a:pPr>
              <a:lnSpc>
                <a:spcPct val="120000"/>
              </a:lnSpc>
              <a:spcAft>
                <a:spcPts val="1200"/>
              </a:spcAft>
            </a:pPr>
            <a:r>
              <a:rPr lang="ru-RU" sz="1500" b="1" noProof="1">
                <a:latin typeface="HSE Sans" panose="02000000000000000000" pitchFamily="50" charset="0"/>
                <a:ea typeface="MiSans"/>
              </a:rPr>
              <a:t>Н</a:t>
            </a:r>
            <a:r>
              <a:rPr lang="en-US" sz="1500" b="1" noProof="1">
                <a:latin typeface="HSE Sans" panose="02000000000000000000" pitchFamily="50" charset="0"/>
                <a:ea typeface="MiSans"/>
              </a:rPr>
              <a:t>еразделимая часть — лишь 11%. </a:t>
            </a:r>
            <a:r>
              <a:rPr lang="ru-RU" sz="1500" noProof="1">
                <a:latin typeface="HSE Sans" panose="02000000000000000000" pitchFamily="50" charset="0"/>
                <a:ea typeface="MiSans"/>
              </a:rPr>
              <a:t>То есть блоки не только различаются по весу — их можно отделить друг от друга: неразделимая доля составляет лишь около десятой полного </a:t>
            </a:r>
            <a:r>
              <a:rPr lang="en-US" sz="1500" noProof="1">
                <a:latin typeface="HSE Sans" panose="02000000000000000000" pitchFamily="50" charset="0"/>
                <a:ea typeface="MiSans"/>
              </a:rPr>
              <a:t>Tjur R².</a:t>
            </a:r>
            <a:endParaRPr lang="ru-RU" sz="1500" noProof="1">
              <a:latin typeface="HSE Sans" panose="02000000000000000000" pitchFamily="50" charset="0"/>
              <a:ea typeface="MiSans"/>
            </a:endParaRPr>
          </a:p>
          <a:p>
            <a:pPr>
              <a:lnSpc>
                <a:spcPct val="120000"/>
              </a:lnSpc>
              <a:spcAft>
                <a:spcPts val="1200"/>
              </a:spcAft>
            </a:pPr>
            <a:r>
              <a:rPr lang="ru-RU" sz="1500" noProof="1">
                <a:latin typeface="HSE Sans" panose="02000000000000000000" pitchFamily="50" charset="0"/>
                <a:ea typeface="MiSans"/>
              </a:rPr>
              <a:t>Намерение уйти — не зарегистрированный отсев, а потенциально ранний сигнал риска; его переход в отсев и обратимость требуют лонгитюдной проверки.</a:t>
            </a:r>
            <a:endParaRPr lang="en-US" sz="1500" noProof="1">
              <a:latin typeface="HSE Sans" panose="02000000000000000000" pitchFamily="50" charset="0"/>
            </a:endParaRPr>
          </a:p>
        </p:txBody>
      </p:sp>
      <p:sp>
        <p:nvSpPr>
          <p:cNvPr id="12" name="Текст 3">
            <a:extLst>
              <a:ext uri="{FF2B5EF4-FFF2-40B4-BE49-F238E27FC236}">
                <a16:creationId xmlns:a16="http://schemas.microsoft.com/office/drawing/2014/main" id="{D5BDAD71-2A9C-4E97-CAAD-145F26A7C680}"/>
              </a:ext>
            </a:extLst>
          </p:cNvPr>
          <p:cNvSpPr>
            <a:spLocks noGrp="1"/>
          </p:cNvSpPr>
          <p:nvPr>
            <p:ph type="body" sz="quarter" idx="12"/>
          </p:nvPr>
        </p:nvSpPr>
        <p:spPr>
          <a:xfrm>
            <a:off x="585898" y="4839519"/>
            <a:ext cx="5245561" cy="1347280"/>
          </a:xfrm>
        </p:spPr>
        <p:txBody>
          <a:bodyPr>
            <a:noAutofit/>
          </a:bodyPr>
          <a:lstStyle/>
          <a:p>
            <a:pPr>
              <a:lnSpc>
                <a:spcPct val="120000"/>
              </a:lnSpc>
              <a:spcBef>
                <a:spcPts val="0"/>
              </a:spcBef>
              <a:spcAft>
                <a:spcPts val="1200"/>
              </a:spcAft>
            </a:pPr>
            <a:r>
              <a:rPr lang="ru-RU" sz="1500" b="1" dirty="0"/>
              <a:t>Границы выводов</a:t>
            </a:r>
            <a:endParaRPr lang="en-US" sz="1500" dirty="0"/>
          </a:p>
          <a:p>
            <a:pPr>
              <a:lnSpc>
                <a:spcPct val="120000"/>
              </a:lnSpc>
              <a:spcBef>
                <a:spcPts val="0"/>
              </a:spcBef>
              <a:spcAft>
                <a:spcPts val="1200"/>
              </a:spcAft>
            </a:pPr>
            <a:r>
              <a:rPr lang="ru-RU" sz="1500" dirty="0"/>
              <a:t>Кросс-секция 2021 г., самоселекция без весов — это ассоциации внутри массива, а не причинность и не доли в популяции.</a:t>
            </a:r>
          </a:p>
        </p:txBody>
      </p:sp>
      <p:sp>
        <p:nvSpPr>
          <p:cNvPr id="13" name="Текст 3">
            <a:extLst>
              <a:ext uri="{FF2B5EF4-FFF2-40B4-BE49-F238E27FC236}">
                <a16:creationId xmlns:a16="http://schemas.microsoft.com/office/drawing/2014/main" id="{F1AED209-519C-10D3-9CE0-A9381887CDBA}"/>
              </a:ext>
            </a:extLst>
          </p:cNvPr>
          <p:cNvSpPr txBox="1">
            <a:spLocks/>
          </p:cNvSpPr>
          <p:nvPr/>
        </p:nvSpPr>
        <p:spPr>
          <a:xfrm>
            <a:off x="6360543" y="4839518"/>
            <a:ext cx="5245561" cy="1347281"/>
          </a:xfrm>
          <a:prstGeom prst="rect">
            <a:avLst/>
          </a:prstGeom>
        </p:spPr>
        <p:txBody>
          <a:bodyPr lIns="0" tIns="0" rIns="0">
            <a:noAutofit/>
          </a:bodyPr>
          <a:lstStyle>
            <a:lvl1pPr marL="0" marR="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sz="1300" b="0" i="0" kern="1200">
                <a:solidFill>
                  <a:srgbClr val="0E2D69"/>
                </a:solidFill>
                <a:latin typeface="HSE Sans" panose="02000000000000000000" pitchFamily="2" charset="0"/>
                <a:ea typeface="+mn-ea"/>
                <a:cs typeface="+mn-cs"/>
              </a:defRPr>
            </a:lvl1pPr>
            <a:lvl2pPr marL="457200" indent="0" algn="l" defTabSz="914400" rtl="0" eaLnBrk="1" latinLnBrk="0" hangingPunct="1">
              <a:lnSpc>
                <a:spcPct val="100000"/>
              </a:lnSpc>
              <a:spcBef>
                <a:spcPts val="1000"/>
              </a:spcBef>
              <a:buFont typeface="Arial" panose="020B0604020202020204" pitchFamily="34" charset="0"/>
              <a:buNone/>
              <a:defRPr sz="1300" b="0" i="0" kern="1200">
                <a:solidFill>
                  <a:srgbClr val="0E2D69"/>
                </a:solidFill>
                <a:latin typeface="HSE Sans" panose="02000000000000000000" pitchFamily="2" charset="0"/>
                <a:ea typeface="+mn-ea"/>
                <a:cs typeface="+mn-cs"/>
              </a:defRPr>
            </a:lvl2pPr>
            <a:lvl3pPr marL="914400" indent="0" algn="l" defTabSz="914400" rtl="0" eaLnBrk="1" latinLnBrk="0" hangingPunct="1">
              <a:lnSpc>
                <a:spcPct val="100000"/>
              </a:lnSpc>
              <a:spcBef>
                <a:spcPts val="1000"/>
              </a:spcBef>
              <a:buFont typeface="Arial" panose="020B0604020202020204" pitchFamily="34" charset="0"/>
              <a:buNone/>
              <a:defRPr sz="1300" b="0" i="0" kern="1200">
                <a:solidFill>
                  <a:srgbClr val="0E2D69"/>
                </a:solidFill>
                <a:latin typeface="HSE Sans" panose="02000000000000000000" pitchFamily="2" charset="0"/>
                <a:ea typeface="+mn-ea"/>
                <a:cs typeface="+mn-cs"/>
              </a:defRPr>
            </a:lvl3pPr>
            <a:lvl4pPr marL="1371600" indent="0" algn="l" defTabSz="914400" rtl="0" eaLnBrk="1" latinLnBrk="0" hangingPunct="1">
              <a:lnSpc>
                <a:spcPct val="100000"/>
              </a:lnSpc>
              <a:spcBef>
                <a:spcPts val="1000"/>
              </a:spcBef>
              <a:buFont typeface="Arial" panose="020B0604020202020204" pitchFamily="34" charset="0"/>
              <a:buNone/>
              <a:defRPr sz="1300" b="0" i="0" kern="1200">
                <a:solidFill>
                  <a:srgbClr val="0E2D69"/>
                </a:solidFill>
                <a:latin typeface="HSE Sans" panose="02000000000000000000" pitchFamily="2" charset="0"/>
                <a:ea typeface="+mn-ea"/>
                <a:cs typeface="+mn-cs"/>
              </a:defRPr>
            </a:lvl4pPr>
            <a:lvl5pPr marL="1828800" indent="0" algn="l" defTabSz="914400" rtl="0" eaLnBrk="1" latinLnBrk="0" hangingPunct="1">
              <a:lnSpc>
                <a:spcPct val="100000"/>
              </a:lnSpc>
              <a:spcBef>
                <a:spcPts val="1000"/>
              </a:spcBef>
              <a:buFont typeface="Arial" panose="020B0604020202020204" pitchFamily="34" charset="0"/>
              <a:buNone/>
              <a:defRPr sz="1300" b="0" i="0" kern="1200">
                <a:solidFill>
                  <a:srgbClr val="0E2D69"/>
                </a:solidFill>
                <a:latin typeface="HSE Sans" panose="02000000000000000000"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20000"/>
              </a:lnSpc>
              <a:spcBef>
                <a:spcPts val="0"/>
              </a:spcBef>
              <a:spcAft>
                <a:spcPts val="1200"/>
              </a:spcAft>
            </a:pPr>
            <a:r>
              <a:rPr lang="ru-RU" sz="1500" b="1" dirty="0"/>
              <a:t>Потенциал</a:t>
            </a:r>
          </a:p>
          <a:p>
            <a:pPr>
              <a:lnSpc>
                <a:spcPct val="120000"/>
              </a:lnSpc>
              <a:spcBef>
                <a:spcPts val="0"/>
              </a:spcBef>
              <a:spcAft>
                <a:spcPts val="1200"/>
              </a:spcAft>
            </a:pPr>
            <a:r>
              <a:rPr lang="ru-RU" sz="1500" dirty="0"/>
              <a:t>Проверить переход намерения в фактический отсев на лонгитюдных данных; повторить декомпозицию на новой волне мониторинга.</a:t>
            </a:r>
          </a:p>
        </p:txBody>
      </p:sp>
    </p:spTree>
    <p:extLst>
      <p:ext uri="{BB962C8B-B14F-4D97-AF65-F5344CB8AC3E}">
        <p14:creationId xmlns:p14="http://schemas.microsoft.com/office/powerpoint/2010/main" val="2737124992"/>
      </p:ext>
    </p:extLst>
  </p:cSld>
  <p:clrMapOvr>
    <a:masterClrMapping/>
  </p:clrMapOvr>
  <mc:AlternateContent xmlns:mc="http://schemas.openxmlformats.org/markup-compatibility/2006">
    <mc:Choice xmlns:p14="http://schemas.microsoft.com/office/powerpoint/2010/main" Requires="p14">
      <p:transition p14:dur="0" advClick="0" advTm="26000"/>
    </mc:Choice>
    <mc:Fallback>
      <p:transition advClick="0" advTm="26000"/>
    </mc:Fallback>
  </mc:AlternateContent>
</p:sld>
</file>

<file path=ppt/theme/theme1.xml><?xml version="1.0" encoding="utf-8"?>
<a:theme xmlns:a="http://schemas.openxmlformats.org/drawingml/2006/main" name="Office Theme">
  <a:themeElements>
    <a:clrScheme name="Пользовательские 1">
      <a:dk1>
        <a:srgbClr val="0F2C68"/>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lgn="l">
          <a:defRPr sz="1000" dirty="0">
            <a:latin typeface="HSE Sans" panose="02000000000000000000" pitchFamily="2"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Документ" ma:contentTypeID="0x0101002A9C74E6E830D74E9B0FDDB4017A5417" ma:contentTypeVersion="13" ma:contentTypeDescription="Создание документа." ma:contentTypeScope="" ma:versionID="d4e423622451d608a8a05f4da7a1e1a2">
  <xsd:schema xmlns:xsd="http://www.w3.org/2001/XMLSchema" xmlns:xs="http://www.w3.org/2001/XMLSchema" xmlns:p="http://schemas.microsoft.com/office/2006/metadata/properties" xmlns:ns2="9875bd71-cde8-496c-a136-433f55d5e6d0" xmlns:ns3="e96afe77-3acb-4328-97fc-408e1bde3ecd" targetNamespace="http://schemas.microsoft.com/office/2006/metadata/properties" ma:root="true" ma:fieldsID="4831203c63c08b9f52ea6d3ee0d7a96e" ns2:_="" ns3:_="">
    <xsd:import namespace="9875bd71-cde8-496c-a136-433f55d5e6d0"/>
    <xsd:import namespace="e96afe77-3acb-4328-97fc-408e1bde3ecd"/>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ServiceOCR" minOccurs="0"/>
                <xsd:element ref="ns2:MediaServiceDateTaken" minOccurs="0"/>
                <xsd:element ref="ns2:MediaServiceLocation" minOccurs="0"/>
                <xsd:element ref="ns2:MediaServiceAutoKeyPoints" minOccurs="0"/>
                <xsd:element ref="ns2:MediaServiceKeyPoints"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875bd71-cde8-496c-a136-433f55d5e6d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ServiceLocation" ma:index="15" nillable="true" ma:displayName="Location" ma:internalName="MediaServiceLocation"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e96afe77-3acb-4328-97fc-408e1bde3ecd" elementFormDefault="qualified">
    <xsd:import namespace="http://schemas.microsoft.com/office/2006/documentManagement/types"/>
    <xsd:import namespace="http://schemas.microsoft.com/office/infopath/2007/PartnerControls"/>
    <xsd:element name="SharedWithUsers" ma:index="18" nillable="true" ma:displayName="Общий доступ с использованием"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Совместно с подробностями"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Тип контента"/>
        <xsd:element ref="dc:title" minOccurs="0" maxOccurs="1" ma:index="4" ma:displayName="Название"/>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34386AA-1848-4C75-B336-1053927CB025}">
  <ds:schemaRefs>
    <ds:schemaRef ds:uri="http://schemas.microsoft.com/sharepoint/v3/contenttype/forms"/>
  </ds:schemaRefs>
</ds:datastoreItem>
</file>

<file path=customXml/itemProps2.xml><?xml version="1.0" encoding="utf-8"?>
<ds:datastoreItem xmlns:ds="http://schemas.openxmlformats.org/officeDocument/2006/customXml" ds:itemID="{433DAF31-D8A6-49A0-9A5D-8B2EA5B1C511}">
  <ds:schemaRefs>
    <ds:schemaRef ds:uri="http://purl.org/dc/elements/1.1/"/>
    <ds:schemaRef ds:uri="http://schemas.microsoft.com/office/2006/documentManagement/types"/>
    <ds:schemaRef ds:uri="http://schemas.microsoft.com/office/infopath/2007/PartnerControls"/>
    <ds:schemaRef ds:uri="http://purl.org/dc/dcmitype/"/>
    <ds:schemaRef ds:uri="e96afe77-3acb-4328-97fc-408e1bde3ecd"/>
    <ds:schemaRef ds:uri="http://schemas.microsoft.com/office/2006/metadata/properties"/>
    <ds:schemaRef ds:uri="http://purl.org/dc/terms/"/>
    <ds:schemaRef ds:uri="http://www.w3.org/XML/1998/namespace"/>
    <ds:schemaRef ds:uri="http://schemas.openxmlformats.org/package/2006/metadata/core-properties"/>
    <ds:schemaRef ds:uri="9875bd71-cde8-496c-a136-433f55d5e6d0"/>
  </ds:schemaRefs>
</ds:datastoreItem>
</file>

<file path=customXml/itemProps3.xml><?xml version="1.0" encoding="utf-8"?>
<ds:datastoreItem xmlns:ds="http://schemas.openxmlformats.org/officeDocument/2006/customXml" ds:itemID="{4D4651DD-DCCC-4759-B2F6-7F520BDCC2B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9875bd71-cde8-496c-a136-433f55d5e6d0"/>
    <ds:schemaRef ds:uri="e96afe77-3acb-4328-97fc-408e1bde3ec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2905</TotalTime>
  <Words>1318</Words>
  <Application>Microsoft Office PowerPoint</Application>
  <PresentationFormat>Широкоэкранный</PresentationFormat>
  <Paragraphs>111</Paragraphs>
  <Slides>10</Slides>
  <Notes>0</Notes>
  <HiddenSlides>0</HiddenSlides>
  <MMClips>0</MMClips>
  <ScaleCrop>false</ScaleCrop>
  <HeadingPairs>
    <vt:vector size="6" baseType="variant">
      <vt:variant>
        <vt:lpstr>Использованные шрифты</vt:lpstr>
      </vt:variant>
      <vt:variant>
        <vt:i4>3</vt:i4>
      </vt:variant>
      <vt:variant>
        <vt:lpstr>Тема</vt:lpstr>
      </vt:variant>
      <vt:variant>
        <vt:i4>1</vt:i4>
      </vt:variant>
      <vt:variant>
        <vt:lpstr>Заголовки слайдов</vt:lpstr>
      </vt:variant>
      <vt:variant>
        <vt:i4>10</vt:i4>
      </vt:variant>
    </vt:vector>
  </HeadingPairs>
  <TitlesOfParts>
    <vt:vector size="14" baseType="lpstr">
      <vt:lpstr>HSE Sans</vt:lpstr>
      <vt:lpstr>Arial</vt:lpstr>
      <vt:lpstr>Calibri</vt:lpstr>
      <vt:lpstr>Office Theme</vt:lpstr>
      <vt:lpstr>Что приводит аспиранта к мысли об отчислении – среда или обстоятельства?  </vt:lpstr>
      <vt:lpstr>Массив: 5007 аспирантов из 248 вузов &amp; Границы массива </vt:lpstr>
      <vt:lpstr>Каждый пятый хочет бросить аспирантуру — и эта мера валидна</vt:lpstr>
      <vt:lpstr>Блочная логит-регрессия, декомпозиция Tjur R² (инвариантная к порядку)</vt:lpstr>
      <vt:lpstr>Подгруппы риска: максимум — при проблемах среды и руководства </vt:lpstr>
      <vt:lpstr>Главный результат: среда и руководство объясняют в 10 раз больше, чем обстоятельства</vt:lpstr>
      <vt:lpstr>Профили риска: среда — 82,9%, обстоятельства — 18,2%</vt:lpstr>
      <vt:lpstr>Робастность: вывод устойчив к самочувствию, кодированию целевой и составу выборки</vt:lpstr>
      <vt:lpstr>Проверка гипотез</vt:lpstr>
      <vt:lpstr>Вывод: намерение уйти связано прежде всего со средой</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Кутьков Юрий Юрьевич</dc:creator>
  <cp:lastModifiedBy>Arseniy Dorofeev</cp:lastModifiedBy>
  <cp:revision>435</cp:revision>
  <cp:lastPrinted>2021-11-11T13:08:42Z</cp:lastPrinted>
  <dcterms:created xsi:type="dcterms:W3CDTF">2021-11-11T08:52:47Z</dcterms:created>
  <dcterms:modified xsi:type="dcterms:W3CDTF">2026-10-27T16:29:55Z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0x0101002A9C74E6E830D74E9B0FDDB4017A5417</vt:lpwstr>
  </property>
</Properties>
</file>